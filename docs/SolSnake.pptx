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51ed194586467a" /><Relationship Type="http://schemas.openxmlformats.org/officeDocument/2006/relationships/extended-properties" Target="/docProps/app.xml" Id="R7b94f5d2774a44fc" /><Relationship Type="http://schemas.openxmlformats.org/officeDocument/2006/relationships/officeDocument" Target="/ppt/presentation.xml" Id="R00abc9e85d0548e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3b9277277744493"/>
    <p:sldMasterId xmlns:r="http://schemas.openxmlformats.org/officeDocument/2006/relationships" id="2147483660" r:id="Rff58180b3bb4473a"/>
  </p:sldMasterIdLst>
  <p:notesMasterIdLst>
    <p:notesMasterId xmlns:r="http://schemas.openxmlformats.org/officeDocument/2006/relationships" r:id="Rd923ec3d45c74fb7"/>
  </p:notesMasterIdLst>
  <p:sldIdLst>
    <p:sldId xmlns:r="http://schemas.openxmlformats.org/officeDocument/2006/relationships" id="256" r:id="R960556b3213e4b81"/>
    <p:sldId xmlns:r="http://schemas.openxmlformats.org/officeDocument/2006/relationships" id="257" r:id="R49745efb1d41423e"/>
    <p:sldId xmlns:r="http://schemas.openxmlformats.org/officeDocument/2006/relationships" id="258" r:id="R74b7399a363d42a1"/>
    <p:sldId xmlns:r="http://schemas.openxmlformats.org/officeDocument/2006/relationships" id="259" r:id="R2755fa1963424207"/>
    <p:sldId xmlns:r="http://schemas.openxmlformats.org/officeDocument/2006/relationships" id="260" r:id="R9f74de818bbd4f73"/>
    <p:sldId xmlns:r="http://schemas.openxmlformats.org/officeDocument/2006/relationships" id="261" r:id="Ref1ed600ad4b45de"/>
    <p:sldId xmlns:r="http://schemas.openxmlformats.org/officeDocument/2006/relationships" id="262" r:id="R11ecb414ba4244bf"/>
    <p:sldId xmlns:r="http://schemas.openxmlformats.org/officeDocument/2006/relationships" id="263" r:id="R3d11ba40337a49cb"/>
    <p:sldId xmlns:r="http://schemas.openxmlformats.org/officeDocument/2006/relationships" id="264" r:id="Rd268481a10834e78"/>
    <p:sldId xmlns:r="http://schemas.openxmlformats.org/officeDocument/2006/relationships" id="265" r:id="Rc8ac9b2c94bf47d4"/>
    <p:sldId xmlns:r="http://schemas.openxmlformats.org/officeDocument/2006/relationships" id="266" r:id="Ra1e1a4aa04c24ad8"/>
    <p:sldId xmlns:r="http://schemas.openxmlformats.org/officeDocument/2006/relationships" id="267" r:id="R8d6e1f0f0fc749ca"/>
  </p:sldIdLst>
  <p:sldSz cx="9144000" cy="5143500"/>
  <p:notesSz cx="6858000" cy="9144000"/>
  <p:embeddedFontLst>
    <p:embeddedFont>
      <p:font typeface="Roboto"/>
      <p:regular xmlns:r="http://schemas.openxmlformats.org/officeDocument/2006/relationships" r:id="Rf6ec9c7f992d4d2d"/>
      <p:bold xmlns:r="http://schemas.openxmlformats.org/officeDocument/2006/relationships" r:id="R242ff73cf7d64e0d"/>
      <p:italic xmlns:r="http://schemas.openxmlformats.org/officeDocument/2006/relationships" r:id="R422346082bd848fb"/>
      <p:boldItalic xmlns:r="http://schemas.openxmlformats.org/officeDocument/2006/relationships" r:id="Rec93c1892e5945c9"/>
    </p:embeddedFont>
    <p:embeddedFont>
      <p:font typeface="Archivo ExtraBold"/>
      <p:bold xmlns:r="http://schemas.openxmlformats.org/officeDocument/2006/relationships" r:id="R774bb3d11bc04fbd"/>
      <p:boldItalic xmlns:r="http://schemas.openxmlformats.org/officeDocument/2006/relationships" r:id="R6b562150d1d84d61"/>
    </p:embeddedFont>
    <p:embeddedFont>
      <p:font typeface="Montserrat"/>
      <p:regular xmlns:r="http://schemas.openxmlformats.org/officeDocument/2006/relationships" r:id="R55e84a35cdca4d4f"/>
      <p:bold xmlns:r="http://schemas.openxmlformats.org/officeDocument/2006/relationships" r:id="R7404038a3f5b4f20"/>
      <p:italic xmlns:r="http://schemas.openxmlformats.org/officeDocument/2006/relationships" r:id="Rc5328b9b01374ce3"/>
      <p:boldItalic xmlns:r="http://schemas.openxmlformats.org/officeDocument/2006/relationships" r:id="Rd600ef5049824f05"/>
    </p:embeddedFont>
    <p:embeddedFont>
      <p:font typeface="Lato"/>
      <p:regular xmlns:r="http://schemas.openxmlformats.org/officeDocument/2006/relationships" r:id="Rafd63042f2b14426"/>
      <p:bold xmlns:r="http://schemas.openxmlformats.org/officeDocument/2006/relationships" r:id="R3065a90060804962"/>
      <p:italic xmlns:r="http://schemas.openxmlformats.org/officeDocument/2006/relationships" r:id="R2984ca5d38d94cfa"/>
      <p:boldItalic xmlns:r="http://schemas.openxmlformats.org/officeDocument/2006/relationships" r:id="R49c994db7722480d"/>
    </p:embeddedFont>
    <p:embeddedFont>
      <p:font typeface="Inter"/>
      <p:regular xmlns:r="http://schemas.openxmlformats.org/officeDocument/2006/relationships" r:id="R0c1bcf2864f7481d"/>
      <p:bold xmlns:r="http://schemas.openxmlformats.org/officeDocument/2006/relationships" r:id="R1c92ff927f5744e8"/>
      <p:italic xmlns:r="http://schemas.openxmlformats.org/officeDocument/2006/relationships" r:id="Rf695fa5747bd4032"/>
      <p:boldItalic xmlns:r="http://schemas.openxmlformats.org/officeDocument/2006/relationships" r:id="Rf689174fb21f49ef"/>
    </p:embeddedFont>
    <p:embeddedFont>
      <p:font typeface="Montserrat Medium"/>
      <p:regular xmlns:r="http://schemas.openxmlformats.org/officeDocument/2006/relationships" r:id="Rd13aea0e81a3450e"/>
      <p:bold xmlns:r="http://schemas.openxmlformats.org/officeDocument/2006/relationships" r:id="R19320cd9b8fa414d"/>
      <p:italic xmlns:r="http://schemas.openxmlformats.org/officeDocument/2006/relationships" r:id="R7998661415e64bbb"/>
      <p:boldItalic xmlns:r="http://schemas.openxmlformats.org/officeDocument/2006/relationships" r:id="R10c64773bd9f467d"/>
    </p:embeddedFont>
    <p:embeddedFont>
      <p:font typeface="Archivo Medium"/>
      <p:regular xmlns:r="http://schemas.openxmlformats.org/officeDocument/2006/relationships" r:id="R8d4f546dfb8c40cc"/>
      <p:bold xmlns:r="http://schemas.openxmlformats.org/officeDocument/2006/relationships" r:id="R73db8799180e4062"/>
      <p:italic xmlns:r="http://schemas.openxmlformats.org/officeDocument/2006/relationships" r:id="R293005eb15dc42a8"/>
      <p:boldItalic xmlns:r="http://schemas.openxmlformats.org/officeDocument/2006/relationships" r:id="Rd3ba1ff8398b409b"/>
    </p:embeddedFont>
    <p:embeddedFont>
      <p:font typeface="Archivo"/>
      <p:regular xmlns:r="http://schemas.openxmlformats.org/officeDocument/2006/relationships" r:id="R390e082fa4554175"/>
      <p:bold xmlns:r="http://schemas.openxmlformats.org/officeDocument/2006/relationships" r:id="R752bfccffbaa463d"/>
      <p:italic xmlns:r="http://schemas.openxmlformats.org/officeDocument/2006/relationships" r:id="R7b1cd4f7b41848b7"/>
      <p:boldItalic xmlns:r="http://schemas.openxmlformats.org/officeDocument/2006/relationships" r:id="R286e2d87497f4e16"/>
    </p:embeddedFont>
    <p:embeddedFont>
      <p:font typeface="Archivo SemiBold"/>
      <p:regular xmlns:r="http://schemas.openxmlformats.org/officeDocument/2006/relationships" r:id="R7f12cc4d904f4d45"/>
      <p:bold xmlns:r="http://schemas.openxmlformats.org/officeDocument/2006/relationships" r:id="Rb3067762245d4d67"/>
      <p:italic xmlns:r="http://schemas.openxmlformats.org/officeDocument/2006/relationships" r:id="Re402e0b957ee4efd"/>
      <p:boldItalic xmlns:r="http://schemas.openxmlformats.org/officeDocument/2006/relationships" r:id="Rbbe1124cd2b942da"/>
    </p:embeddedFont>
    <p:embeddedFont>
      <p:font typeface="Space Grotesk"/>
      <p:regular xmlns:r="http://schemas.openxmlformats.org/officeDocument/2006/relationships" r:id="R6b14f69390964953"/>
      <p:bold xmlns:r="http://schemas.openxmlformats.org/officeDocument/2006/relationships" r:id="R0ea575f5c72747a0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2282eb9d5e441c" /><Relationship Type="http://schemas.openxmlformats.org/officeDocument/2006/relationships/slideMaster" Target="/ppt/slideMasters/slideMaster1.xml" Id="R13b9277277744493" /><Relationship Type="http://schemas.openxmlformats.org/officeDocument/2006/relationships/slideMaster" Target="/ppt/slideMasters/slideMaster2.xml" Id="Rff58180b3bb4473a" /><Relationship Type="http://schemas.openxmlformats.org/officeDocument/2006/relationships/notesMaster" Target="/ppt/notesMasters/notesMaster1.xml" Id="Rd923ec3d45c74fb7" /><Relationship Type="http://schemas.openxmlformats.org/officeDocument/2006/relationships/presProps" Target="/ppt/presProps.xml" Id="Rf03c04d120b44ca7" /><Relationship Type="http://schemas.openxmlformats.org/officeDocument/2006/relationships/viewProps" Target="/ppt/viewProps.xml" Id="R6808c689513d4ad2" /><Relationship Type="http://schemas.openxmlformats.org/officeDocument/2006/relationships/tableStyles" Target="/ppt/tableStyles.xml" Id="R563df1a473804b61" /><Relationship Type="http://schemas.openxmlformats.org/officeDocument/2006/relationships/font" Target="/ppt/fonts/font.dat" Id="Rf6ec9c7f992d4d2d" /><Relationship Type="http://schemas.openxmlformats.org/officeDocument/2006/relationships/font" Target="/ppt/fonts/font2.dat" Id="R242ff73cf7d64e0d" /><Relationship Type="http://schemas.openxmlformats.org/officeDocument/2006/relationships/font" Target="/ppt/fonts/font3.dat" Id="R422346082bd848fb" /><Relationship Type="http://schemas.openxmlformats.org/officeDocument/2006/relationships/font" Target="/ppt/fonts/font4.dat" Id="Rec93c1892e5945c9" /><Relationship Type="http://schemas.openxmlformats.org/officeDocument/2006/relationships/font" Target="/ppt/fonts/font5.dat" Id="R774bb3d11bc04fbd" /><Relationship Type="http://schemas.openxmlformats.org/officeDocument/2006/relationships/font" Target="/ppt/fonts/font6.dat" Id="R6b562150d1d84d61" /><Relationship Type="http://schemas.openxmlformats.org/officeDocument/2006/relationships/font" Target="/ppt/fonts/font7.dat" Id="R55e84a35cdca4d4f" /><Relationship Type="http://schemas.openxmlformats.org/officeDocument/2006/relationships/font" Target="/ppt/fonts/font8.dat" Id="R7404038a3f5b4f20" /><Relationship Type="http://schemas.openxmlformats.org/officeDocument/2006/relationships/font" Target="/ppt/fonts/font9.dat" Id="Rc5328b9b01374ce3" /><Relationship Type="http://schemas.openxmlformats.org/officeDocument/2006/relationships/font" Target="/ppt/fonts/font10.dat" Id="Rd600ef5049824f05" /><Relationship Type="http://schemas.openxmlformats.org/officeDocument/2006/relationships/font" Target="/ppt/fonts/font11.dat" Id="Rafd63042f2b14426" /><Relationship Type="http://schemas.openxmlformats.org/officeDocument/2006/relationships/font" Target="/ppt/fonts/font12.dat" Id="R3065a90060804962" /><Relationship Type="http://schemas.openxmlformats.org/officeDocument/2006/relationships/font" Target="/ppt/fonts/font13.dat" Id="R2984ca5d38d94cfa" /><Relationship Type="http://schemas.openxmlformats.org/officeDocument/2006/relationships/font" Target="/ppt/fonts/font14.dat" Id="R49c994db7722480d" /><Relationship Type="http://schemas.openxmlformats.org/officeDocument/2006/relationships/font" Target="/ppt/fonts/font15.dat" Id="R0c1bcf2864f7481d" /><Relationship Type="http://schemas.openxmlformats.org/officeDocument/2006/relationships/font" Target="/ppt/fonts/font16.dat" Id="R1c92ff927f5744e8" /><Relationship Type="http://schemas.openxmlformats.org/officeDocument/2006/relationships/font" Target="/ppt/fonts/font17.dat" Id="Rf695fa5747bd4032" /><Relationship Type="http://schemas.openxmlformats.org/officeDocument/2006/relationships/font" Target="/ppt/fonts/font18.dat" Id="Rf689174fb21f49ef" /><Relationship Type="http://schemas.openxmlformats.org/officeDocument/2006/relationships/font" Target="/ppt/fonts/font19.dat" Id="Rd13aea0e81a3450e" /><Relationship Type="http://schemas.openxmlformats.org/officeDocument/2006/relationships/font" Target="/ppt/fonts/font20.dat" Id="R19320cd9b8fa414d" /><Relationship Type="http://schemas.openxmlformats.org/officeDocument/2006/relationships/font" Target="/ppt/fonts/font21.dat" Id="R7998661415e64bbb" /><Relationship Type="http://schemas.openxmlformats.org/officeDocument/2006/relationships/font" Target="/ppt/fonts/font22.dat" Id="R10c64773bd9f467d" /><Relationship Type="http://schemas.openxmlformats.org/officeDocument/2006/relationships/font" Target="/ppt/fonts/font23.dat" Id="R8d4f546dfb8c40cc" /><Relationship Type="http://schemas.openxmlformats.org/officeDocument/2006/relationships/font" Target="/ppt/fonts/font24.dat" Id="R73db8799180e4062" /><Relationship Type="http://schemas.openxmlformats.org/officeDocument/2006/relationships/font" Target="/ppt/fonts/font25.dat" Id="R293005eb15dc42a8" /><Relationship Type="http://schemas.openxmlformats.org/officeDocument/2006/relationships/font" Target="/ppt/fonts/font26.dat" Id="Rd3ba1ff8398b409b" /><Relationship Type="http://schemas.openxmlformats.org/officeDocument/2006/relationships/font" Target="/ppt/fonts/font27.dat" Id="R390e082fa4554175" /><Relationship Type="http://schemas.openxmlformats.org/officeDocument/2006/relationships/font" Target="/ppt/fonts/font28.dat" Id="R752bfccffbaa463d" /><Relationship Type="http://schemas.openxmlformats.org/officeDocument/2006/relationships/font" Target="/ppt/fonts/font29.dat" Id="R7b1cd4f7b41848b7" /><Relationship Type="http://schemas.openxmlformats.org/officeDocument/2006/relationships/font" Target="/ppt/fonts/font30.dat" Id="R286e2d87497f4e16" /><Relationship Type="http://schemas.openxmlformats.org/officeDocument/2006/relationships/font" Target="/ppt/fonts/font31.dat" Id="R7f12cc4d904f4d45" /><Relationship Type="http://schemas.openxmlformats.org/officeDocument/2006/relationships/font" Target="/ppt/fonts/font32.dat" Id="Rb3067762245d4d67" /><Relationship Type="http://schemas.openxmlformats.org/officeDocument/2006/relationships/font" Target="/ppt/fonts/font33.dat" Id="Re402e0b957ee4efd" /><Relationship Type="http://schemas.openxmlformats.org/officeDocument/2006/relationships/font" Target="/ppt/fonts/font34.dat" Id="Rbbe1124cd2b942da" /><Relationship Type="http://schemas.openxmlformats.org/officeDocument/2006/relationships/font" Target="/ppt/fonts/font35.dat" Id="R6b14f69390964953" /><Relationship Type="http://schemas.openxmlformats.org/officeDocument/2006/relationships/font" Target="/ppt/fonts/font36.dat" Id="R0ea575f5c72747a0" /><Relationship Type="http://schemas.openxmlformats.org/officeDocument/2006/relationships/slide" Target="/ppt/slides/slide1.xml" Id="R960556b3213e4b81" /><Relationship Type="http://schemas.openxmlformats.org/officeDocument/2006/relationships/slide" Target="/ppt/slides/slide2.xml" Id="R49745efb1d41423e" /><Relationship Type="http://schemas.openxmlformats.org/officeDocument/2006/relationships/slide" Target="/ppt/slides/slide3.xml" Id="R74b7399a363d42a1" /><Relationship Type="http://schemas.openxmlformats.org/officeDocument/2006/relationships/slide" Target="/ppt/slides/slide4.xml" Id="R2755fa1963424207" /><Relationship Type="http://schemas.openxmlformats.org/officeDocument/2006/relationships/slide" Target="/ppt/slides/slide5.xml" Id="R9f74de818bbd4f73" /><Relationship Type="http://schemas.openxmlformats.org/officeDocument/2006/relationships/slide" Target="/ppt/slides/slide6.xml" Id="Ref1ed600ad4b45de" /><Relationship Type="http://schemas.openxmlformats.org/officeDocument/2006/relationships/slide" Target="/ppt/slides/slide7.xml" Id="R11ecb414ba4244bf" /><Relationship Type="http://schemas.openxmlformats.org/officeDocument/2006/relationships/slide" Target="/ppt/slides/slide8.xml" Id="R3d11ba40337a49cb" /><Relationship Type="http://schemas.openxmlformats.org/officeDocument/2006/relationships/slide" Target="/ppt/slides/slide9.xml" Id="Rd268481a10834e78" /><Relationship Type="http://schemas.openxmlformats.org/officeDocument/2006/relationships/slide" Target="/ppt/slides/slide10.xml" Id="Rc8ac9b2c94bf47d4" /><Relationship Type="http://schemas.openxmlformats.org/officeDocument/2006/relationships/slide" Target="/ppt/slides/slide11.xml" Id="Ra1e1a4aa04c24ad8" /><Relationship Type="http://schemas.openxmlformats.org/officeDocument/2006/relationships/slide" Target="/ppt/slides/slide12.xml" Id="R8d6e1f0f0fc749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e001b4650ce41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75d6c47a7e40f4" /><Relationship Type="http://schemas.openxmlformats.org/officeDocument/2006/relationships/notesMaster" Target="/ppt/notesMasters/notesMaster1.xml" Id="R49dffa0a0e454c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5f24929b7144e4" /><Relationship Type="http://schemas.openxmlformats.org/officeDocument/2006/relationships/notesMaster" Target="/ppt/notesMasters/notesMaster1.xml" Id="R14200109bdf34d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144c59a0d4897" /><Relationship Type="http://schemas.openxmlformats.org/officeDocument/2006/relationships/notesMaster" Target="/ppt/notesMasters/notesMaster1.xml" Id="Ra7970b34f42f41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241740100c40ec" /><Relationship Type="http://schemas.openxmlformats.org/officeDocument/2006/relationships/notesMaster" Target="/ppt/notesMasters/notesMaster1.xml" Id="R990973e45862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ba4f5d45fd4aa3" /><Relationship Type="http://schemas.openxmlformats.org/officeDocument/2006/relationships/notesMaster" Target="/ppt/notesMasters/notesMaster1.xml" Id="R45e3c16c032e45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4d08b2e7194d1f" /><Relationship Type="http://schemas.openxmlformats.org/officeDocument/2006/relationships/notesMaster" Target="/ppt/notesMasters/notesMaster1.xml" Id="R92a032ba6bfb43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8f6ead9405434f" /><Relationship Type="http://schemas.openxmlformats.org/officeDocument/2006/relationships/notesMaster" Target="/ppt/notesMasters/notesMaster1.xml" Id="R920eadc98f8443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4d632af4694b2c" /><Relationship Type="http://schemas.openxmlformats.org/officeDocument/2006/relationships/notesMaster" Target="/ppt/notesMasters/notesMaster1.xml" Id="R4f6624fc1e4740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759adca3a04004" /><Relationship Type="http://schemas.openxmlformats.org/officeDocument/2006/relationships/notesMaster" Target="/ppt/notesMasters/notesMaster1.xml" Id="Rfa0290ea401345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2a1584286f47a2" /><Relationship Type="http://schemas.openxmlformats.org/officeDocument/2006/relationships/notesMaster" Target="/ppt/notesMasters/notesMaster1.xml" Id="R32183bd2f36948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7dc5a440994c2f" /><Relationship Type="http://schemas.openxmlformats.org/officeDocument/2006/relationships/notesMaster" Target="/ppt/notesMasters/notesMaster1.xml" Id="Red32e1a772df4d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922f7744e64a25" /><Relationship Type="http://schemas.openxmlformats.org/officeDocument/2006/relationships/notesMaster" Target="/ppt/notesMasters/notesMaster1.xml" Id="R6c6409a9d3e447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SolSnake is a playable browser prototype. Holding SNAKE to unlock skins is the planned next product feature; the token is not claimed to be deployed.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This is a design challenge and product hypothesis, not a quantified market problem. The current Shop UI displays coin prices. The browser adapter does not implement purchase persistence.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000" b="1">
                <a:solidFill>
                  <a:schemeClr val="dk1"/>
                </a:solidFill>
                <a:latin typeface="Inter"/>
                <a:ea typeface="Inter"/>
                <a:cs typeface="Inter"/>
              </a:rPr>
              <a:t>The source comparison layout is adapted to cosmetic access models. No competitor shortcomings, market share or validated willingness to pay are asserted. Only the current coin-price UI is implemented.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latin typeface="Inter"/>
                <a:ea typeface="Inter"/>
                <a:cs typeface="Inter"/>
              </a:rPr>
              <a:t>Room-code multiplayer is working and was tested with two distinct guest clients. Wallet proof and balance-based eligibility remain planned. No uptime guarantee or security certification is claimed.</a:t>
            </a:r>
            <a:endParaRPr sz="1000" b="1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latin typeface="Inter"/>
                <a:ea typeface="Inter"/>
                <a:cs typeface="Inter"/>
              </a:rPr>
              <a:t/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Demo: open https://fpc8nue4.idos.games/ . Play starts a local arena with bots. Play Online opens room creation and code joining. The screenshot is real gameplay from the deployed version, not a wallet-feature mockup.</a:t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/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Live items are local bot play and room-code invitations. Wallet connection, token verification, unlock logic and rechecks are future work. Community events are a possible later experiment, not an announced partnership or scheduled launch.</a:t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/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latin typeface="Inter"/>
                <a:ea typeface="Inter"/>
                <a:cs typeface="Inter"/>
              </a:rPr>
              <a:t>Eight is the SDK/config room cap, not verified concurrent-player throughput. Two clients were observed in one arena. Twenty Hz is the simulation tick configuration, not a latency measurement. Invalid codes, code copying, leaving and rejoining were checked. No MAU, retention or revenue data were supplied.</a:t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1">
                <a:latin typeface="Inter"/>
                <a:ea typeface="Inter"/>
                <a:cs typeface="Inter"/>
              </a:rPr>
              <a:t>The founder plans an own SNAKE token linked to the game on iDos Games. No issuance date, mint, thresholds, staking yield, token-price appreciation, transaction fees or revenue forecast has been agreed. Cosmetic eligibility is token utility rather than evidence of business income.</a:t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000">
                <a:latin typeface="Inter"/>
                <a:ea typeface="Inter"/>
                <a:cs typeface="Inter"/>
              </a:rPr>
              <a:t/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1000">
                <a:solidFill>
                  <a:schemeClr val="dk1"/>
                </a:solidFill>
                <a:latin typeface="Inter"/>
                <a:ea typeface="Inter"/>
                <a:cs typeface="Inter"/>
              </a:rPr>
              <a:t>Proposed technical route: prove wallet control with a signed message and query the selected SNAKE mint balance. This is not implemented yet. Official references retrieved 2026-10-11: https://solana.com/docs/rpc/http/gettokenaccountsbyowner and https://docs.phantom.com/solana/signing-a-message . No throughput, fee or ecosystem-demand claims are inferred from those docs.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Team details supplied by the founder: one person, name Дмитрий (Dmitry). No former employers, prior companies, awards or investment credentials were supplied or invented. The game adapts the supplied slither.clone codebase.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These are proposed milestones without committed dates or an agreed budget. Choose a mint and thresholds; verify wallet control; implement trusted eligibility and balance rechecks; test with players; publish a holder beta after the checks pass. Host reliability and cheating risks remain separate gameplay work.</a:t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/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Live game: https://fpc8nue4.idos.games/ . Founder: Дмитрий (Dmitry), solo. A GitHub repository is being prepared; no unverified email, phone, token mint or social profile is included.</a:t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/>
            </a:r>
            <a:endParaRPr sz="1000">
              <a:latin typeface="Inter"/>
              <a:ea typeface="Inter"/>
              <a:cs typeface="Inter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latin typeface="Inter"/>
                <a:ea typeface="Inter"/>
                <a:cs typeface="Inter"/>
              </a:rPr>
              <a:t>Project evidence: https://fpc8nue4.idos.games/ (observed 2026-10-11); source src/client/js/PlatformNet.js and src/client/js/Shop.js. SNAKE plans and solo team supplied by founder. Template: https://docs.google.com/presentation/d/1V9yq8B1nLpF8vPTL2buT_nlmsMwNJ_fRuyADs_k49Sg/ (retrieved 2026-10-11).</a:t>
            </a:r>
            <a:endParaRPr sz="1000">
              <a:latin typeface="Inter"/>
              <a:ea typeface="Inter"/>
              <a:cs typeface="Inter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158bce2bf41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0dffc4cb440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dc234b01843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581efe07e54f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cbe0316dc4e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20034cd4a142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12492340e44b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299815e0a4ee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70d1506e2404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0fc32a4f84a4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5408988174a0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4b153c08d44bd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82c05a768249b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7ee2672ff24e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6fb37a16bb4cd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be6fbf364ee4f3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8d52bb4abb4a1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a3556d113b43d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d7d5bf11da4cc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42c612ea44453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2851cf465b479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e32a7d55b64c0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dfe4881a3f4548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22e4b81615471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EBFBDB0A-D80B-4A08-A090-C19C50E0A82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D835860F-D376-421B-A8D9-15CE56B4EE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A0786151-F1EA-4FE1-B378-2AC8644239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89923727-7BB2-41D8-BEA9-17B9EF48A8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67007E0A-B24E-4ED4-93F7-A51B51218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295BB7D5-83E1-45BC-BFA3-06517A328D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4757F4D6-B875-46F8-928D-F91D70B028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DC1CDC6-CA1E-4396-87A9-F21AF0765C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A494027D-9BEA-4B70-9C51-59AEA7975D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2F0AFB78-DF57-482A-97C6-B58C75F029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489AC885-4BE3-4E7B-B337-C2129FAC91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C4AD0BE9-8694-4190-9656-4301436AC1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C49D3FCA-D364-464F-BBCB-39E9AC2F8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E980875D-DBC1-49D3-BDEC-5471FA0752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158E97AE-CF66-430B-B5C0-00B78DB783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A7911923-8DF0-408B-AD01-D13BDF233E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A9CEFD3C-2F4D-42CE-B073-FB2BC2CD74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C63B9EC5-4F08-498E-A820-B32071F96A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C876804C-0FBD-4FD9-A348-33A484C1FF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F35A0DFA-F4CB-4E51-90FF-2C8D8917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A2FE6F06-4555-4C3F-BF32-6A65F8266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FED45BEA-D9F0-4585-8730-1E8E837C2E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E0A54664-55F5-4D2E-8A47-6D4D971A73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93185A90-5D2E-45BC-885C-192C65C77E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836D6994-442B-44BA-A497-EB965B5C95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183F6116-4A13-4F88-878C-FB42FE3C9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315C55DD-41F8-4F4E-BAC1-99466A63AF1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7114CCEC-47D0-4066-968C-DE1361A8D1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12F22B16-B288-448F-A477-27B551BD97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7BF0CD5-96C8-4136-80F7-0BA52409CC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4">
            <a:extLst xmlns:a="http://schemas.openxmlformats.org/drawingml/2006/main">
              <a:ext uri="{FF2B5EF4-FFF2-40B4-BE49-F238E27FC236}">
                <a16:creationId xmlns:a16="http://schemas.microsoft.com/office/drawing/2014/main" id="{363D6CA6-1369-4CE4-8E9B-8F39D2D2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00300" y="505"/>
            <a:ext cx="1643700" cy="1643700"/>
          </a:xfrm>
          <a:prstGeom xmlns:a="http://schemas.openxmlformats.org/drawingml/2006/main" prst="diagStripe">
            <a:avLst>
              <a:gd name="adj" fmla="val 0"/>
            </a:avLst>
          </a:prstGeom>
          <a:solidFill xmlns:a="http://schemas.openxmlformats.org/drawingml/2006/main">
            <a:schemeClr val="lt1">
              <a:alpha val="303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7F31653F-160D-4188-B8D6-E459864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455" y="192"/>
            <a:ext cx="5152800" cy="5135146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303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A70C903F-1869-48F8-B2AF-852236E4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50" y="1142115"/>
            <a:ext cx="3996600" cy="3982510"/>
          </a:xfrm>
          <a:prstGeom xmlns:a="http://schemas.openxmlformats.org/drawingml/2006/main" prst="diagStripe">
            <a:avLst>
              <a:gd name="adj" fmla="val 58774"/>
            </a:avLst>
          </a:prstGeom>
          <a:solidFill xmlns:a="http://schemas.openxmlformats.org/drawingml/2006/main">
            <a:schemeClr val="lt1">
              <a:alpha val="303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2F980425-467B-4770-8E22-FE184EF9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1646" y="342"/>
            <a:ext cx="2299800" cy="2291819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>
            <a:extLst xmlns:a="http://schemas.openxmlformats.org/drawingml/2006/main">
              <a:ext uri="{FF2B5EF4-FFF2-40B4-BE49-F238E27FC236}">
                <a16:creationId xmlns:a16="http://schemas.microsoft.com/office/drawing/2014/main" id="{2D607CDA-B999-43C2-B508-1C726E2D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52821" y="588326"/>
            <a:ext cx="2300100" cy="229152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DE711C15-2A55-41BF-8BC8-F3709A5CC35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537150" y="1578400"/>
            <a:ext cx="5017500" cy="157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 xmlns:a="http://schemas.openxmlformats.org/drawingml/2006/main"/>
        </p:txBody>
      </p:sp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94B816A4-F000-4E82-B4F9-0B59784D53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083950" y="3924925"/>
            <a:ext cx="3470700" cy="50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 xmlns:a="http://schemas.openxmlformats.org/drawingml/2006/main"/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74452288-9649-4AB2-B320-FEB15D2814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5">
            <a:extLst xmlns:a="http://schemas.openxmlformats.org/drawingml/2006/main">
              <a:ext uri="{FF2B5EF4-FFF2-40B4-BE49-F238E27FC236}">
                <a16:creationId xmlns:a16="http://schemas.microsoft.com/office/drawing/2014/main" id="{D519584B-E649-4DE5-84B9-29CBE7FA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408200" y="-1800"/>
            <a:ext cx="4734000" cy="4737600"/>
          </a:xfrm>
          <a:prstGeom xmlns:a="http://schemas.openxmlformats.org/drawingml/2006/main" prst="diagStripe">
            <a:avLst>
              <a:gd name="adj" fmla="val 49469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>
            <a:extLst xmlns:a="http://schemas.openxmlformats.org/drawingml/2006/main">
              <a:ext uri="{FF2B5EF4-FFF2-40B4-BE49-F238E27FC236}">
                <a16:creationId xmlns:a16="http://schemas.microsoft.com/office/drawing/2014/main" id="{ACB16E71-4728-4819-9680-3FC966EF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841125" y="5700"/>
            <a:ext cx="4298100" cy="4286700"/>
          </a:xfrm>
          <a:prstGeom xmlns:a="http://schemas.openxmlformats.org/drawingml/2006/main" prst="diagStripe">
            <a:avLst>
              <a:gd name="adj" fmla="val 0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>
            <a:extLst xmlns:a="http://schemas.openxmlformats.org/drawingml/2006/main">
              <a:ext uri="{FF2B5EF4-FFF2-40B4-BE49-F238E27FC236}">
                <a16:creationId xmlns:a16="http://schemas.microsoft.com/office/drawing/2014/main" id="{59048134-4261-4D72-B1B8-3F9527E1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618399" y="123646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EA87A187-BD1C-42D9-85FF-0E5CCB82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849857" y="1443956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91BC0F88-9D86-4DD4-9CA3-F3D1E13D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987081" y="246946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F7D1E43A-0204-459C-98C5-B539C5E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222115" y="267695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798B22B0-1058-4F5D-B05A-161FA0C3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675341" y="186201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>
            <a:extLst xmlns:a="http://schemas.openxmlformats.org/drawingml/2006/main">
              <a:ext uri="{FF2B5EF4-FFF2-40B4-BE49-F238E27FC236}">
                <a16:creationId xmlns:a16="http://schemas.microsoft.com/office/drawing/2014/main" id="{82BFE720-A3B8-4382-AFA5-395AEC1D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908099" y="206950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>
            <a:extLst xmlns:a="http://schemas.openxmlformats.org/drawingml/2006/main">
              <a:ext uri="{FF2B5EF4-FFF2-40B4-BE49-F238E27FC236}">
                <a16:creationId xmlns:a16="http://schemas.microsoft.com/office/drawing/2014/main" id="{075AB787-E901-4BCC-A333-D1F80A3C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861141" y="247781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>
            <a:extLst xmlns:a="http://schemas.openxmlformats.org/drawingml/2006/main">
              <a:ext uri="{FF2B5EF4-FFF2-40B4-BE49-F238E27FC236}">
                <a16:creationId xmlns:a16="http://schemas.microsoft.com/office/drawing/2014/main" id="{B663F504-A704-47F7-A432-D9A298B3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65266" y="269296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>
            <a:extLst xmlns:a="http://schemas.openxmlformats.org/drawingml/2006/main">
              <a:ext uri="{FF2B5EF4-FFF2-40B4-BE49-F238E27FC236}">
                <a16:creationId xmlns:a16="http://schemas.microsoft.com/office/drawing/2014/main" id="{FCC67803-8FA2-4AF6-B9FB-82B316F4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145082" y="330875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>
            <a:extLst xmlns:a="http://schemas.openxmlformats.org/drawingml/2006/main">
              <a:ext uri="{FF2B5EF4-FFF2-40B4-BE49-F238E27FC236}">
                <a16:creationId xmlns:a16="http://schemas.microsoft.com/office/drawing/2014/main" id="{FD983150-2D74-43B4-8485-C200328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047599" y="309501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>
            <a:extLst xmlns:a="http://schemas.openxmlformats.org/drawingml/2006/main">
              <a:ext uri="{FF2B5EF4-FFF2-40B4-BE49-F238E27FC236}">
                <a16:creationId xmlns:a16="http://schemas.microsoft.com/office/drawing/2014/main" id="{2D4C79B5-E292-4FCD-BC78-6A016D8E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76649" y="3302502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>
            <a:extLst xmlns:a="http://schemas.openxmlformats.org/drawingml/2006/main">
              <a:ext uri="{FF2B5EF4-FFF2-40B4-BE49-F238E27FC236}">
                <a16:creationId xmlns:a16="http://schemas.microsoft.com/office/drawing/2014/main" id="{693D986F-7600-45D2-A0FC-67A91596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227414" y="3710807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>
            <a:extLst xmlns:a="http://schemas.openxmlformats.org/drawingml/2006/main">
              <a:ext uri="{FF2B5EF4-FFF2-40B4-BE49-F238E27FC236}">
                <a16:creationId xmlns:a16="http://schemas.microsoft.com/office/drawing/2014/main" id="{73147C42-874F-48B2-86FA-C6BF1B12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62448" y="3918294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>
            <a:extLst xmlns:a="http://schemas.openxmlformats.org/drawingml/2006/main">
              <a:ext uri="{FF2B5EF4-FFF2-40B4-BE49-F238E27FC236}">
                <a16:creationId xmlns:a16="http://schemas.microsoft.com/office/drawing/2014/main" id="{24536AC0-9CD7-40E1-A967-F1E307E1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102491" y="371847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>
            <a:extLst xmlns:a="http://schemas.openxmlformats.org/drawingml/2006/main">
              <a:ext uri="{FF2B5EF4-FFF2-40B4-BE49-F238E27FC236}">
                <a16:creationId xmlns:a16="http://schemas.microsoft.com/office/drawing/2014/main" id="{BA463B08-1EDC-4431-90D2-F84AA3C7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334533" y="392596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>
            <a:extLst xmlns:a="http://schemas.openxmlformats.org/drawingml/2006/main">
              <a:ext uri="{FF2B5EF4-FFF2-40B4-BE49-F238E27FC236}">
                <a16:creationId xmlns:a16="http://schemas.microsoft.com/office/drawing/2014/main" id="{50132A03-9CBD-4F27-AF7E-7C1DCFD2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288290" y="433426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>
            <a:extLst xmlns:a="http://schemas.openxmlformats.org/drawingml/2006/main">
              <a:ext uri="{FF2B5EF4-FFF2-40B4-BE49-F238E27FC236}">
                <a16:creationId xmlns:a16="http://schemas.microsoft.com/office/drawing/2014/main" id="{3C5BFDF6-F995-4D51-B77E-74DFEFB36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3850" y="2053000"/>
            <a:ext cx="4587000" cy="114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85" name="Google Shape;85;p15">
            <a:extLst xmlns:a="http://schemas.openxmlformats.org/drawingml/2006/main">
              <a:ext uri="{FF2B5EF4-FFF2-40B4-BE49-F238E27FC236}">
                <a16:creationId xmlns:a16="http://schemas.microsoft.com/office/drawing/2014/main" id="{B2AEC262-5D60-4D66-8A46-0717A56899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6">
            <a:extLst xmlns:a="http://schemas.openxmlformats.org/drawingml/2006/main">
              <a:ext uri="{FF2B5EF4-FFF2-40B4-BE49-F238E27FC236}">
                <a16:creationId xmlns:a16="http://schemas.microsoft.com/office/drawing/2014/main" id="{82DDFE7A-A76B-4039-98C1-2FF57F80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>
            <a:extLst xmlns:a="http://schemas.openxmlformats.org/drawingml/2006/main">
              <a:ext uri="{FF2B5EF4-FFF2-40B4-BE49-F238E27FC236}">
                <a16:creationId xmlns:a16="http://schemas.microsoft.com/office/drawing/2014/main" id="{964571D2-C169-45F7-979C-29597B1A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>
            <a:extLst xmlns:a="http://schemas.openxmlformats.org/drawingml/2006/main">
              <a:ext uri="{FF2B5EF4-FFF2-40B4-BE49-F238E27FC236}">
                <a16:creationId xmlns:a16="http://schemas.microsoft.com/office/drawing/2014/main" id="{1C56A39F-ED3F-47E4-86FB-745A91244B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91" name="Google Shape;91;p16">
            <a:extLst xmlns:a="http://schemas.openxmlformats.org/drawingml/2006/main">
              <a:ext uri="{FF2B5EF4-FFF2-40B4-BE49-F238E27FC236}">
                <a16:creationId xmlns:a16="http://schemas.microsoft.com/office/drawing/2014/main" id="{0C99F7BB-7DBF-45CF-B7F3-C08E165B75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70389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2" name="Google Shape;92;p16">
            <a:extLst xmlns:a="http://schemas.openxmlformats.org/drawingml/2006/main">
              <a:ext uri="{FF2B5EF4-FFF2-40B4-BE49-F238E27FC236}">
                <a16:creationId xmlns:a16="http://schemas.microsoft.com/office/drawing/2014/main" id="{39DB8757-4EC6-4B7E-84A8-92699BA693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7">
            <a:extLst xmlns:a="http://schemas.openxmlformats.org/drawingml/2006/main">
              <a:ext uri="{FF2B5EF4-FFF2-40B4-BE49-F238E27FC236}">
                <a16:creationId xmlns:a16="http://schemas.microsoft.com/office/drawing/2014/main" id="{3E9301C2-F4ED-4544-B523-D10D615B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>
            <a:extLst xmlns:a="http://schemas.openxmlformats.org/drawingml/2006/main">
              <a:ext uri="{FF2B5EF4-FFF2-40B4-BE49-F238E27FC236}">
                <a16:creationId xmlns:a16="http://schemas.microsoft.com/office/drawing/2014/main" id="{B71BFF86-4B4F-40A3-B371-655E1573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>
            <a:extLst xmlns:a="http://schemas.openxmlformats.org/drawingml/2006/main">
              <a:ext uri="{FF2B5EF4-FFF2-40B4-BE49-F238E27FC236}">
                <a16:creationId xmlns:a16="http://schemas.microsoft.com/office/drawing/2014/main" id="{68D7AA98-B402-4406-A79C-DBECAF3131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98" name="Google Shape;98;p17">
            <a:extLst xmlns:a="http://schemas.openxmlformats.org/drawingml/2006/main">
              <a:ext uri="{FF2B5EF4-FFF2-40B4-BE49-F238E27FC236}">
                <a16:creationId xmlns:a16="http://schemas.microsoft.com/office/drawing/2014/main" id="{220B23B3-7FBB-4D95-AB4E-D71BF6C787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567550"/>
            <a:ext cx="34032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99" name="Google Shape;99;p17">
            <a:extLst xmlns:a="http://schemas.openxmlformats.org/drawingml/2006/main">
              <a:ext uri="{FF2B5EF4-FFF2-40B4-BE49-F238E27FC236}">
                <a16:creationId xmlns:a16="http://schemas.microsoft.com/office/drawing/2014/main" id="{A746ADD0-CDD5-4D6E-85D0-B9CF934C2F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3221" y="1567550"/>
            <a:ext cx="3403200" cy="291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0" name="Google Shape;100;p17">
            <a:extLst xmlns:a="http://schemas.openxmlformats.org/drawingml/2006/main">
              <a:ext uri="{FF2B5EF4-FFF2-40B4-BE49-F238E27FC236}">
                <a16:creationId xmlns:a16="http://schemas.microsoft.com/office/drawing/2014/main" id="{E014C7B9-D4E0-4375-B47D-E51831C007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8">
            <a:extLst xmlns:a="http://schemas.openxmlformats.org/drawingml/2006/main">
              <a:ext uri="{FF2B5EF4-FFF2-40B4-BE49-F238E27FC236}">
                <a16:creationId xmlns:a16="http://schemas.microsoft.com/office/drawing/2014/main" id="{B5DD0872-D9D9-4AF6-9214-51007230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>
            <a:extLst xmlns:a="http://schemas.openxmlformats.org/drawingml/2006/main">
              <a:ext uri="{FF2B5EF4-FFF2-40B4-BE49-F238E27FC236}">
                <a16:creationId xmlns:a16="http://schemas.microsoft.com/office/drawing/2014/main" id="{D5C8A2FC-31F5-42FD-932E-323EB9DB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>
            <a:extLst xmlns:a="http://schemas.openxmlformats.org/drawingml/2006/main">
              <a:ext uri="{FF2B5EF4-FFF2-40B4-BE49-F238E27FC236}">
                <a16:creationId xmlns:a16="http://schemas.microsoft.com/office/drawing/2014/main" id="{2C9E13D4-98D9-401B-BFE7-7C22D7BCB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7038900" cy="91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06" name="Google Shape;106;p18">
            <a:extLst xmlns:a="http://schemas.openxmlformats.org/drawingml/2006/main">
              <a:ext uri="{FF2B5EF4-FFF2-40B4-BE49-F238E27FC236}">
                <a16:creationId xmlns:a16="http://schemas.microsoft.com/office/drawing/2014/main" id="{95ADF7D3-041E-4F11-8191-CFBEE46E22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19">
            <a:extLst xmlns:a="http://schemas.openxmlformats.org/drawingml/2006/main">
              <a:ext uri="{FF2B5EF4-FFF2-40B4-BE49-F238E27FC236}">
                <a16:creationId xmlns:a16="http://schemas.microsoft.com/office/drawing/2014/main" id="{295135B0-1555-44E6-A39B-F191B67A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>
            <a:extLst xmlns:a="http://schemas.openxmlformats.org/drawingml/2006/main">
              <a:ext uri="{FF2B5EF4-FFF2-40B4-BE49-F238E27FC236}">
                <a16:creationId xmlns:a16="http://schemas.microsoft.com/office/drawing/2014/main" id="{FDCF62CD-CD0E-4771-A6A4-D34F2BBB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>
            <a:extLst xmlns:a="http://schemas.openxmlformats.org/drawingml/2006/main">
              <a:ext uri="{FF2B5EF4-FFF2-40B4-BE49-F238E27FC236}">
                <a16:creationId xmlns:a16="http://schemas.microsoft.com/office/drawing/2014/main" id="{A6C4DD98-DAE3-4B57-B0EC-78CEAB9FF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393750"/>
            <a:ext cx="3798900" cy="1493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12" name="Google Shape;112;p19">
            <a:extLst xmlns:a="http://schemas.openxmlformats.org/drawingml/2006/main">
              <a:ext uri="{FF2B5EF4-FFF2-40B4-BE49-F238E27FC236}">
                <a16:creationId xmlns:a16="http://schemas.microsoft.com/office/drawing/2014/main" id="{5EE196FB-D5BD-479D-9ADB-5B6A7ED14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97500" y="1972550"/>
            <a:ext cx="3798900" cy="241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13" name="Google Shape;113;p19">
            <a:extLst xmlns:a="http://schemas.openxmlformats.org/drawingml/2006/main">
              <a:ext uri="{FF2B5EF4-FFF2-40B4-BE49-F238E27FC236}">
                <a16:creationId xmlns:a16="http://schemas.microsoft.com/office/drawing/2014/main" id="{3F0B4AF3-8FC5-4AF5-B3D4-C33B0F72DE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20">
            <a:extLst xmlns:a="http://schemas.openxmlformats.org/drawingml/2006/main">
              <a:ext uri="{FF2B5EF4-FFF2-40B4-BE49-F238E27FC236}">
                <a16:creationId xmlns:a16="http://schemas.microsoft.com/office/drawing/2014/main" id="{F23E72AF-1496-4F00-8594-909A9C84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407900" y="-1500"/>
            <a:ext cx="4734600" cy="4737600"/>
          </a:xfrm>
          <a:prstGeom xmlns:a="http://schemas.openxmlformats.org/drawingml/2006/main" prst="diagStripe">
            <a:avLst>
              <a:gd name="adj" fmla="val 49469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>
            <a:extLst xmlns:a="http://schemas.openxmlformats.org/drawingml/2006/main">
              <a:ext uri="{FF2B5EF4-FFF2-40B4-BE49-F238E27FC236}">
                <a16:creationId xmlns:a16="http://schemas.microsoft.com/office/drawing/2014/main" id="{2D203D02-FEDD-4706-99D3-D402BE0A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840825" y="6000"/>
            <a:ext cx="4298700" cy="4286700"/>
          </a:xfrm>
          <a:prstGeom xmlns:a="http://schemas.openxmlformats.org/drawingml/2006/main" prst="diagStripe">
            <a:avLst>
              <a:gd name="adj" fmla="val 0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>
            <a:extLst xmlns:a="http://schemas.openxmlformats.org/drawingml/2006/main">
              <a:ext uri="{FF2B5EF4-FFF2-40B4-BE49-F238E27FC236}">
                <a16:creationId xmlns:a16="http://schemas.microsoft.com/office/drawing/2014/main" id="{C8AA4C17-0B30-4807-AA32-E4F7C55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618399" y="123664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>
            <a:extLst xmlns:a="http://schemas.openxmlformats.org/drawingml/2006/main">
              <a:ext uri="{FF2B5EF4-FFF2-40B4-BE49-F238E27FC236}">
                <a16:creationId xmlns:a16="http://schemas.microsoft.com/office/drawing/2014/main" id="{DB0427AA-73AC-4074-B58D-B276D362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849857" y="144407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>
            <a:extLst xmlns:a="http://schemas.openxmlformats.org/drawingml/2006/main">
              <a:ext uri="{FF2B5EF4-FFF2-40B4-BE49-F238E27FC236}">
                <a16:creationId xmlns:a16="http://schemas.microsoft.com/office/drawing/2014/main" id="{8F1E6D8D-8017-4DF1-8B7F-35B2295E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987081" y="246974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>
            <a:extLst xmlns:a="http://schemas.openxmlformats.org/drawingml/2006/main">
              <a:ext uri="{FF2B5EF4-FFF2-40B4-BE49-F238E27FC236}">
                <a16:creationId xmlns:a16="http://schemas.microsoft.com/office/drawing/2014/main" id="{D6463663-622D-4D1D-A7CF-9D36CCC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222115" y="267717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>
            <a:extLst xmlns:a="http://schemas.openxmlformats.org/drawingml/2006/main">
              <a:ext uri="{FF2B5EF4-FFF2-40B4-BE49-F238E27FC236}">
                <a16:creationId xmlns:a16="http://schemas.microsoft.com/office/drawing/2014/main" id="{8D63568A-D55B-491C-A104-A793C5F1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675341" y="1862244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>
            <a:extLst xmlns:a="http://schemas.openxmlformats.org/drawingml/2006/main">
              <a:ext uri="{FF2B5EF4-FFF2-40B4-BE49-F238E27FC236}">
                <a16:creationId xmlns:a16="http://schemas.microsoft.com/office/drawing/2014/main" id="{6102E343-4A5A-4482-9761-A6064DE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908099" y="206968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>
            <a:extLst xmlns:a="http://schemas.openxmlformats.org/drawingml/2006/main">
              <a:ext uri="{FF2B5EF4-FFF2-40B4-BE49-F238E27FC236}">
                <a16:creationId xmlns:a16="http://schemas.microsoft.com/office/drawing/2014/main" id="{4F06815F-6EBF-4744-A31C-ADEC781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861141" y="247808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>
            <a:extLst xmlns:a="http://schemas.openxmlformats.org/drawingml/2006/main">
              <a:ext uri="{FF2B5EF4-FFF2-40B4-BE49-F238E27FC236}">
                <a16:creationId xmlns:a16="http://schemas.microsoft.com/office/drawing/2014/main" id="{3598B428-D683-4D2D-8FD1-9F97CC65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65266" y="269319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>
            <a:extLst xmlns:a="http://schemas.openxmlformats.org/drawingml/2006/main">
              <a:ext uri="{FF2B5EF4-FFF2-40B4-BE49-F238E27FC236}">
                <a16:creationId xmlns:a16="http://schemas.microsoft.com/office/drawing/2014/main" id="{6836ACBE-105F-46F2-AAF7-E068BF79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145082" y="3309036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>
            <a:extLst xmlns:a="http://schemas.openxmlformats.org/drawingml/2006/main">
              <a:ext uri="{FF2B5EF4-FFF2-40B4-BE49-F238E27FC236}">
                <a16:creationId xmlns:a16="http://schemas.microsoft.com/office/drawing/2014/main" id="{A59EA321-9240-40E8-A100-ED1EDAE9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047599" y="309534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>
            <a:extLst xmlns:a="http://schemas.openxmlformats.org/drawingml/2006/main">
              <a:ext uri="{FF2B5EF4-FFF2-40B4-BE49-F238E27FC236}">
                <a16:creationId xmlns:a16="http://schemas.microsoft.com/office/drawing/2014/main" id="{C0EF6982-CBCF-4D89-80B7-E692D650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76649" y="330278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0">
            <a:extLst xmlns:a="http://schemas.openxmlformats.org/drawingml/2006/main">
              <a:ext uri="{FF2B5EF4-FFF2-40B4-BE49-F238E27FC236}">
                <a16:creationId xmlns:a16="http://schemas.microsoft.com/office/drawing/2014/main" id="{87423F7F-1A79-4AA3-851C-603BAFFE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227414" y="37111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>
            <a:extLst xmlns:a="http://schemas.openxmlformats.org/drawingml/2006/main">
              <a:ext uri="{FF2B5EF4-FFF2-40B4-BE49-F238E27FC236}">
                <a16:creationId xmlns:a16="http://schemas.microsoft.com/office/drawing/2014/main" id="{62AB32F6-E0FA-4FF4-A85E-2D01938A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62448" y="391862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4205FB20-F720-40ED-9EC0-B33CF6C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102491" y="3718856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7DA2075E-A31D-4311-A8A9-79186CC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334533" y="3926292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60E14DDA-D74C-4E94-B9DC-1D7F701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288290" y="433470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F25249A0-6C80-41BF-AFE7-9CF6D1FFF1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3850" y="866775"/>
            <a:ext cx="4587000" cy="352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4CAA59F2-7FDE-4340-AF7F-FD8AE32D6D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21">
            <a:extLst xmlns:a="http://schemas.openxmlformats.org/drawingml/2006/main">
              <a:ext uri="{FF2B5EF4-FFF2-40B4-BE49-F238E27FC236}">
                <a16:creationId xmlns:a16="http://schemas.microsoft.com/office/drawing/2014/main" id="{8C195850-DCB4-4573-9658-8F378C3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381001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>
            <a:extLst xmlns:a="http://schemas.openxmlformats.org/drawingml/2006/main">
              <a:ext uri="{FF2B5EF4-FFF2-40B4-BE49-F238E27FC236}">
                <a16:creationId xmlns:a16="http://schemas.microsoft.com/office/drawing/2014/main" id="{8B9313E6-25B6-4CDB-B2AF-76BA9ECC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229050" y="588489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>
            <a:extLst xmlns:a="http://schemas.openxmlformats.org/drawingml/2006/main">
              <a:ext uri="{FF2B5EF4-FFF2-40B4-BE49-F238E27FC236}">
                <a16:creationId xmlns:a16="http://schemas.microsoft.com/office/drawing/2014/main" id="{3BD1B55B-6E92-4137-B045-AF2741389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97500" y="1658325"/>
            <a:ext cx="3036300" cy="1751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41" name="Google Shape;141;p21">
            <a:extLst xmlns:a="http://schemas.openxmlformats.org/drawingml/2006/main">
              <a:ext uri="{FF2B5EF4-FFF2-40B4-BE49-F238E27FC236}">
                <a16:creationId xmlns:a16="http://schemas.microsoft.com/office/drawing/2014/main" id="{955F990B-8A5D-414F-BBBD-52B2704197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97500" y="3538000"/>
            <a:ext cx="3036300" cy="50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 xmlns:a="http://schemas.openxmlformats.org/drawingml/2006/main"/>
        </p:txBody>
      </p:sp>
      <p:sp>
        <p:nvSpPr>
          <p:cNvPr id="142" name="Google Shape;142;p21">
            <a:extLst xmlns:a="http://schemas.openxmlformats.org/drawingml/2006/main">
              <a:ext uri="{FF2B5EF4-FFF2-40B4-BE49-F238E27FC236}">
                <a16:creationId xmlns:a16="http://schemas.microsoft.com/office/drawing/2014/main" id="{138231E7-C9A2-4BDE-91E9-0068019390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96600"/>
            <a:ext cx="3676800" cy="234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43" name="Google Shape;143;p21">
            <a:extLst xmlns:a="http://schemas.openxmlformats.org/drawingml/2006/main">
              <a:ext uri="{FF2B5EF4-FFF2-40B4-BE49-F238E27FC236}">
                <a16:creationId xmlns:a16="http://schemas.microsoft.com/office/drawing/2014/main" id="{7898C7D0-90F3-4485-83A3-C21E32B52D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6" name="Google Shape;146;p22">
            <a:extLst xmlns:a="http://schemas.openxmlformats.org/drawingml/2006/main">
              <a:ext uri="{FF2B5EF4-FFF2-40B4-BE49-F238E27FC236}">
                <a16:creationId xmlns:a16="http://schemas.microsoft.com/office/drawing/2014/main" id="{64E9A7BF-9C4C-49AA-A486-D10C6961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0" y="4128572"/>
            <a:ext cx="544800" cy="544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962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>
            <a:extLst xmlns:a="http://schemas.openxmlformats.org/drawingml/2006/main">
              <a:ext uri="{FF2B5EF4-FFF2-40B4-BE49-F238E27FC236}">
                <a16:creationId xmlns:a16="http://schemas.microsoft.com/office/drawing/2014/main" id="{F9E0693C-A828-492F-85B2-FF2A5A5E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154125" y="4268429"/>
            <a:ext cx="544800" cy="544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962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>
            <a:extLst xmlns:a="http://schemas.openxmlformats.org/drawingml/2006/main">
              <a:ext uri="{FF2B5EF4-FFF2-40B4-BE49-F238E27FC236}">
                <a16:creationId xmlns:a16="http://schemas.microsoft.com/office/drawing/2014/main" id="{9C772EFE-67BD-4076-9EEA-648DA905AE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12725" y="4305375"/>
            <a:ext cx="6936000" cy="52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 xmlns:a="http://schemas.openxmlformats.org/drawingml/2006/main"/>
        </p:txBody>
      </p:sp>
      <p:sp>
        <p:nvSpPr>
          <p:cNvPr id="149" name="Google Shape;149;p22">
            <a:extLst xmlns:a="http://schemas.openxmlformats.org/drawingml/2006/main">
              <a:ext uri="{FF2B5EF4-FFF2-40B4-BE49-F238E27FC236}">
                <a16:creationId xmlns:a16="http://schemas.microsoft.com/office/drawing/2014/main" id="{02C7F668-950D-4DC4-AD7F-9A3FAEE3B5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23">
            <a:extLst xmlns:a="http://schemas.openxmlformats.org/drawingml/2006/main">
              <a:ext uri="{FF2B5EF4-FFF2-40B4-BE49-F238E27FC236}">
                <a16:creationId xmlns:a16="http://schemas.microsoft.com/office/drawing/2014/main" id="{11110C1E-F6AA-4B92-965B-B9B7ED6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408200" y="-1800"/>
            <a:ext cx="4734000" cy="4737600"/>
          </a:xfrm>
          <a:prstGeom xmlns:a="http://schemas.openxmlformats.org/drawingml/2006/main" prst="diagStripe">
            <a:avLst>
              <a:gd name="adj" fmla="val 49469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3">
            <a:extLst xmlns:a="http://schemas.openxmlformats.org/drawingml/2006/main">
              <a:ext uri="{FF2B5EF4-FFF2-40B4-BE49-F238E27FC236}">
                <a16:creationId xmlns:a16="http://schemas.microsoft.com/office/drawing/2014/main" id="{6021835B-9834-4E0F-AA02-121BB3EE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4841125" y="5700"/>
            <a:ext cx="4298100" cy="4286700"/>
          </a:xfrm>
          <a:prstGeom xmlns:a="http://schemas.openxmlformats.org/drawingml/2006/main" prst="diagStripe">
            <a:avLst>
              <a:gd name="adj" fmla="val 0"/>
            </a:avLst>
          </a:prstGeom>
          <a:solidFill xmlns:a="http://schemas.openxmlformats.org/drawingml/2006/main">
            <a:schemeClr val="lt1">
              <a:alpha val="346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3">
            <a:extLst xmlns:a="http://schemas.openxmlformats.org/drawingml/2006/main">
              <a:ext uri="{FF2B5EF4-FFF2-40B4-BE49-F238E27FC236}">
                <a16:creationId xmlns:a16="http://schemas.microsoft.com/office/drawing/2014/main" id="{EAE85F0A-41DF-4CCB-841D-D37D5121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618399" y="123646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>
            <a:extLst xmlns:a="http://schemas.openxmlformats.org/drawingml/2006/main">
              <a:ext uri="{FF2B5EF4-FFF2-40B4-BE49-F238E27FC236}">
                <a16:creationId xmlns:a16="http://schemas.microsoft.com/office/drawing/2014/main" id="{E053D390-ECB3-4C3D-ABDC-8153E179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5849857" y="1443956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>
            <a:extLst xmlns:a="http://schemas.openxmlformats.org/drawingml/2006/main">
              <a:ext uri="{FF2B5EF4-FFF2-40B4-BE49-F238E27FC236}">
                <a16:creationId xmlns:a16="http://schemas.microsoft.com/office/drawing/2014/main" id="{C7313CB1-4CB5-4F5D-8F0B-C0171F4A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5987081" y="246946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>
            <a:extLst xmlns:a="http://schemas.openxmlformats.org/drawingml/2006/main">
              <a:ext uri="{FF2B5EF4-FFF2-40B4-BE49-F238E27FC236}">
                <a16:creationId xmlns:a16="http://schemas.microsoft.com/office/drawing/2014/main" id="{D476C8B7-99DC-46A8-8C7E-AD2B4D0E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222115" y="267695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>
            <a:extLst xmlns:a="http://schemas.openxmlformats.org/drawingml/2006/main">
              <a:ext uri="{FF2B5EF4-FFF2-40B4-BE49-F238E27FC236}">
                <a16:creationId xmlns:a16="http://schemas.microsoft.com/office/drawing/2014/main" id="{8E88B45F-27E5-4D2E-AA87-0B2B0C08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675341" y="1862018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>
            <a:extLst xmlns:a="http://schemas.openxmlformats.org/drawingml/2006/main">
              <a:ext uri="{FF2B5EF4-FFF2-40B4-BE49-F238E27FC236}">
                <a16:creationId xmlns:a16="http://schemas.microsoft.com/office/drawing/2014/main" id="{235167AA-D06A-432A-B98C-33F1BAA5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908099" y="206950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3">
            <a:extLst xmlns:a="http://schemas.openxmlformats.org/drawingml/2006/main">
              <a:ext uri="{FF2B5EF4-FFF2-40B4-BE49-F238E27FC236}">
                <a16:creationId xmlns:a16="http://schemas.microsoft.com/office/drawing/2014/main" id="{A9B2A575-037C-4351-83FB-1512CC94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6861141" y="247781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3">
            <a:extLst xmlns:a="http://schemas.openxmlformats.org/drawingml/2006/main">
              <a:ext uri="{FF2B5EF4-FFF2-40B4-BE49-F238E27FC236}">
                <a16:creationId xmlns:a16="http://schemas.microsoft.com/office/drawing/2014/main" id="{15B497C9-74AC-4442-B048-1701DB23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965266" y="269296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>
            <a:extLst xmlns:a="http://schemas.openxmlformats.org/drawingml/2006/main">
              <a:ext uri="{FF2B5EF4-FFF2-40B4-BE49-F238E27FC236}">
                <a16:creationId xmlns:a16="http://schemas.microsoft.com/office/drawing/2014/main" id="{FD41F91A-CC9D-4BB7-9106-053B2B82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145082" y="330875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>
            <a:extLst xmlns:a="http://schemas.openxmlformats.org/drawingml/2006/main">
              <a:ext uri="{FF2B5EF4-FFF2-40B4-BE49-F238E27FC236}">
                <a16:creationId xmlns:a16="http://schemas.microsoft.com/office/drawing/2014/main" id="{15153F97-D8AF-4B65-B64F-2200BF82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047599" y="309501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3">
            <a:extLst xmlns:a="http://schemas.openxmlformats.org/drawingml/2006/main">
              <a:ext uri="{FF2B5EF4-FFF2-40B4-BE49-F238E27FC236}">
                <a16:creationId xmlns:a16="http://schemas.microsoft.com/office/drawing/2014/main" id="{FDB1F4BD-CC21-4D17-815A-0EF1EA9C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276649" y="3302502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>
            <a:extLst xmlns:a="http://schemas.openxmlformats.org/drawingml/2006/main">
              <a:ext uri="{FF2B5EF4-FFF2-40B4-BE49-F238E27FC236}">
                <a16:creationId xmlns:a16="http://schemas.microsoft.com/office/drawing/2014/main" id="{F9EDD046-4A2A-4866-98E6-142DEF6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7227414" y="3710807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>
            <a:extLst xmlns:a="http://schemas.openxmlformats.org/drawingml/2006/main">
              <a:ext uri="{FF2B5EF4-FFF2-40B4-BE49-F238E27FC236}">
                <a16:creationId xmlns:a16="http://schemas.microsoft.com/office/drawing/2014/main" id="{F7DBFB0A-F36F-4E95-9011-1ABBE26E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62448" y="3918294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>
            <a:extLst xmlns:a="http://schemas.openxmlformats.org/drawingml/2006/main">
              <a:ext uri="{FF2B5EF4-FFF2-40B4-BE49-F238E27FC236}">
                <a16:creationId xmlns:a16="http://schemas.microsoft.com/office/drawing/2014/main" id="{8EEAE6E2-95E2-404B-B52F-31BEE7B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102491" y="3718473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>
            <a:extLst xmlns:a="http://schemas.openxmlformats.org/drawingml/2006/main">
              <a:ext uri="{FF2B5EF4-FFF2-40B4-BE49-F238E27FC236}">
                <a16:creationId xmlns:a16="http://schemas.microsoft.com/office/drawing/2014/main" id="{6D869AB3-72FB-44D9-ACBA-8F07C272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334533" y="3925960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>
            <a:extLst xmlns:a="http://schemas.openxmlformats.org/drawingml/2006/main">
              <a:ext uri="{FF2B5EF4-FFF2-40B4-BE49-F238E27FC236}">
                <a16:creationId xmlns:a16="http://schemas.microsoft.com/office/drawing/2014/main" id="{6EF1FBC1-0FAF-4946-9297-CFEE139E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0" flipV="0">
            <a:off x="8288290" y="4334265"/>
            <a:ext cx="808800" cy="808800"/>
          </a:xfrm>
          <a:prstGeom xmlns:a="http://schemas.openxmlformats.org/drawingml/2006/main" prst="diagStripe">
            <a:avLst>
              <a:gd name="adj" fmla="val 50000"/>
            </a:avLst>
          </a:prstGeom>
          <a:solidFill xmlns:a="http://schemas.openxmlformats.org/drawingml/2006/main">
            <a:schemeClr val="lt1">
              <a:alpha val="731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>
            <a:extLst xmlns:a="http://schemas.openxmlformats.org/drawingml/2006/main">
              <a:ext uri="{FF2B5EF4-FFF2-40B4-BE49-F238E27FC236}">
                <a16:creationId xmlns:a16="http://schemas.microsoft.com/office/drawing/2014/main" id="{540CA57A-BDB4-4722-9D9D-02F16402D4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23850" y="1284675"/>
            <a:ext cx="47760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71" name="Google Shape;171;p23">
            <a:extLst xmlns:a="http://schemas.openxmlformats.org/drawingml/2006/main">
              <a:ext uri="{FF2B5EF4-FFF2-40B4-BE49-F238E27FC236}">
                <a16:creationId xmlns:a16="http://schemas.microsoft.com/office/drawing/2014/main" id="{EE7239A9-51B2-40D9-BA5E-A66455B1F3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23850" y="2643124"/>
            <a:ext cx="4776000" cy="121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72" name="Google Shape;172;p23">
            <a:extLst xmlns:a="http://schemas.openxmlformats.org/drawingml/2006/main">
              <a:ext uri="{FF2B5EF4-FFF2-40B4-BE49-F238E27FC236}">
                <a16:creationId xmlns:a16="http://schemas.microsoft.com/office/drawing/2014/main" id="{11A1E4A4-5286-4B42-9544-C711BBFD8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Google Shape;174;p24">
            <a:extLst xmlns:a="http://schemas.openxmlformats.org/drawingml/2006/main">
              <a:ext uri="{FF2B5EF4-FFF2-40B4-BE49-F238E27FC236}">
                <a16:creationId xmlns:a16="http://schemas.microsoft.com/office/drawing/2014/main" id="{53252068-47EA-4EC3-A3EE-370D34A50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matchingName="Title &amp; Subtitle copy 2">
  <p:cSld name="TITLE_AND_BODY_1">
    <p:bg>
      <p:bgPr>
        <a:solidFill xmlns:a="http://schemas.openxmlformats.org/drawingml/2006/main">
          <a:srgbClr val="191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4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48890214cb4ebd" /><Relationship Type="http://schemas.openxmlformats.org/officeDocument/2006/relationships/slideLayout" Target="/ppt/slideLayouts/slideLayout1.xml" Id="R4e52659724d241bc" /><Relationship Type="http://schemas.openxmlformats.org/officeDocument/2006/relationships/slideLayout" Target="/ppt/slideLayouts/slideLayout2.xml" Id="R53cebbb2d50f4334" /><Relationship Type="http://schemas.openxmlformats.org/officeDocument/2006/relationships/slideLayout" Target="/ppt/slideLayouts/slideLayout3.xml" Id="R4799a962c4614aa7" /><Relationship Type="http://schemas.openxmlformats.org/officeDocument/2006/relationships/slideLayout" Target="/ppt/slideLayouts/slideLayout4.xml" Id="Rc5f70ce369804919" /><Relationship Type="http://schemas.openxmlformats.org/officeDocument/2006/relationships/slideLayout" Target="/ppt/slideLayouts/slideLayout5.xml" Id="Rbbc84b29fde74523" /><Relationship Type="http://schemas.openxmlformats.org/officeDocument/2006/relationships/slideLayout" Target="/ppt/slideLayouts/slideLayout6.xml" Id="R248d0706475b4746" /><Relationship Type="http://schemas.openxmlformats.org/officeDocument/2006/relationships/slideLayout" Target="/ppt/slideLayouts/slideLayout7.xml" Id="Rb33b08c3746a4d46" /><Relationship Type="http://schemas.openxmlformats.org/officeDocument/2006/relationships/slideLayout" Target="/ppt/slideLayouts/slideLayout8.xml" Id="R2d52ebb622d7402d" /><Relationship Type="http://schemas.openxmlformats.org/officeDocument/2006/relationships/slideLayout" Target="/ppt/slideLayouts/slideLayout9.xml" Id="R9a73769f0d1a43de" /><Relationship Type="http://schemas.openxmlformats.org/officeDocument/2006/relationships/slideLayout" Target="/ppt/slideLayouts/slideLayout10.xml" Id="Ra49509cac6cd46a1" /><Relationship Type="http://schemas.openxmlformats.org/officeDocument/2006/relationships/slideLayout" Target="/ppt/slideLayouts/slideLayout11.xml" Id="R6021f4974d2c4f4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cc2a7b22b8d4807" /><Relationship Type="http://schemas.openxmlformats.org/officeDocument/2006/relationships/slideLayout" Target="/ppt/slideLayouts/slideLayout12.xml" Id="Reba32f6a24154620" /><Relationship Type="http://schemas.openxmlformats.org/officeDocument/2006/relationships/slideLayout" Target="/ppt/slideLayouts/slideLayout13.xml" Id="Rb6c6d9daf8ce438c" /><Relationship Type="http://schemas.openxmlformats.org/officeDocument/2006/relationships/slideLayout" Target="/ppt/slideLayouts/slideLayout14.xml" Id="R14797de553834996" /><Relationship Type="http://schemas.openxmlformats.org/officeDocument/2006/relationships/slideLayout" Target="/ppt/slideLayouts/slideLayout15.xml" Id="R0e0f9bde404249c2" /><Relationship Type="http://schemas.openxmlformats.org/officeDocument/2006/relationships/slideLayout" Target="/ppt/slideLayouts/slideLayout16.xml" Id="Rde4b385d18d44b7c" /><Relationship Type="http://schemas.openxmlformats.org/officeDocument/2006/relationships/slideLayout" Target="/ppt/slideLayouts/slideLayout17.xml" Id="Rf6d9fe0906294bf3" /><Relationship Type="http://schemas.openxmlformats.org/officeDocument/2006/relationships/slideLayout" Target="/ppt/slideLayouts/slideLayout18.xml" Id="R2141db72e54a45e0" /><Relationship Type="http://schemas.openxmlformats.org/officeDocument/2006/relationships/slideLayout" Target="/ppt/slideLayouts/slideLayout19.xml" Id="R2bb5fe0d73d643b3" /><Relationship Type="http://schemas.openxmlformats.org/officeDocument/2006/relationships/slideLayout" Target="/ppt/slideLayouts/slideLayout20.xml" Id="R015b832a15984b0e" /><Relationship Type="http://schemas.openxmlformats.org/officeDocument/2006/relationships/slideLayout" Target="/ppt/slideLayouts/slideLayout21.xml" Id="Rfc8be89ccd8c47c9" /><Relationship Type="http://schemas.openxmlformats.org/officeDocument/2006/relationships/slideLayout" Target="/ppt/slideLayouts/slideLayout22.xml" Id="Rf396ec1dc1984a50" /><Relationship Type="http://schemas.openxmlformats.org/officeDocument/2006/relationships/slideLayout" Target="/ppt/slideLayouts/slideLayout23.xml" Id="Refb61f260f2e48f8" /><Relationship Type="http://schemas.openxmlformats.org/officeDocument/2006/relationships/slideLayout" Target="/ppt/slideLayouts/slideLayout24.xml" Id="R3b0cf82eb8474902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8A876756-7040-4BF2-9AC2-AD7EF0B5D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3AE6892-192A-4E6E-A5FF-38193F2D66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11B18B8B-09DB-401E-B33D-4150E0D369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52659724d241bc"/>
    <p:sldLayoutId xmlns:r="http://schemas.openxmlformats.org/officeDocument/2006/relationships" id="2147483650" r:id="R53cebbb2d50f4334"/>
    <p:sldLayoutId xmlns:r="http://schemas.openxmlformats.org/officeDocument/2006/relationships" id="2147483651" r:id="R4799a962c4614aa7"/>
    <p:sldLayoutId xmlns:r="http://schemas.openxmlformats.org/officeDocument/2006/relationships" id="2147483652" r:id="Rc5f70ce369804919"/>
    <p:sldLayoutId xmlns:r="http://schemas.openxmlformats.org/officeDocument/2006/relationships" id="2147483653" r:id="Rbbc84b29fde74523"/>
    <p:sldLayoutId xmlns:r="http://schemas.openxmlformats.org/officeDocument/2006/relationships" id="2147483654" r:id="R248d0706475b4746"/>
    <p:sldLayoutId xmlns:r="http://schemas.openxmlformats.org/officeDocument/2006/relationships" id="2147483655" r:id="Rb33b08c3746a4d46"/>
    <p:sldLayoutId xmlns:r="http://schemas.openxmlformats.org/officeDocument/2006/relationships" id="2147483656" r:id="R2d52ebb622d7402d"/>
    <p:sldLayoutId xmlns:r="http://schemas.openxmlformats.org/officeDocument/2006/relationships" id="2147483657" r:id="R9a73769f0d1a43de"/>
    <p:sldLayoutId xmlns:r="http://schemas.openxmlformats.org/officeDocument/2006/relationships" id="2147483658" r:id="Ra49509cac6cd46a1"/>
    <p:sldLayoutId xmlns:r="http://schemas.openxmlformats.org/officeDocument/2006/relationships" id="2147483659" r:id="R6021f4974d2c4f4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focus">
    <p:bg>
      <p:bgPr>
        <a:solidFill xmlns:a="http://schemas.openxmlformats.org/drawingml/2006/main">
          <a:srgbClr val="191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3CB1297C-E630-484A-8AAA-7412CD7AEA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A67CA3DD-B60E-403E-96C6-FC4C43E750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marL="914400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2pPr>
            <a:lvl3pPr marL="1371600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3pPr>
            <a:lvl4pPr marL="1828800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4pPr>
            <a:lvl5pPr marL="2286000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5pPr>
            <a:lvl6pPr marL="2743200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6pPr>
            <a:lvl7pPr marL="3200400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7pPr>
            <a:lvl8pPr marL="3657600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8pPr>
            <a:lvl9pPr marL="4114800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3C991B53-CBB4-4596-9F43-B61E1EF763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1pPr>
            <a:lvl2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2pPr>
            <a:lvl3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3pPr>
            <a:lvl4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4pPr>
            <a:lvl5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5pPr>
            <a:lvl6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6pPr>
            <a:lvl7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7pPr>
            <a:lvl8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8pPr>
            <a:lvl9pPr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ba32f6a24154620"/>
    <p:sldLayoutId xmlns:r="http://schemas.openxmlformats.org/officeDocument/2006/relationships" id="2147483662" r:id="Rb6c6d9daf8ce438c"/>
    <p:sldLayoutId xmlns:r="http://schemas.openxmlformats.org/officeDocument/2006/relationships" id="2147483663" r:id="R14797de553834996"/>
    <p:sldLayoutId xmlns:r="http://schemas.openxmlformats.org/officeDocument/2006/relationships" id="2147483664" r:id="R0e0f9bde404249c2"/>
    <p:sldLayoutId xmlns:r="http://schemas.openxmlformats.org/officeDocument/2006/relationships" id="2147483665" r:id="Rde4b385d18d44b7c"/>
    <p:sldLayoutId xmlns:r="http://schemas.openxmlformats.org/officeDocument/2006/relationships" id="2147483666" r:id="Rf6d9fe0906294bf3"/>
    <p:sldLayoutId xmlns:r="http://schemas.openxmlformats.org/officeDocument/2006/relationships" id="2147483667" r:id="R2141db72e54a45e0"/>
    <p:sldLayoutId xmlns:r="http://schemas.openxmlformats.org/officeDocument/2006/relationships" id="2147483668" r:id="R2bb5fe0d73d643b3"/>
    <p:sldLayoutId xmlns:r="http://schemas.openxmlformats.org/officeDocument/2006/relationships" id="2147483669" r:id="R015b832a15984b0e"/>
    <p:sldLayoutId xmlns:r="http://schemas.openxmlformats.org/officeDocument/2006/relationships" id="2147483670" r:id="Rfc8be89ccd8c47c9"/>
    <p:sldLayoutId xmlns:r="http://schemas.openxmlformats.org/officeDocument/2006/relationships" id="2147483671" r:id="Rf396ec1dc1984a50"/>
    <p:sldLayoutId xmlns:r="http://schemas.openxmlformats.org/officeDocument/2006/relationships" id="2147483672" r:id="Refb61f260f2e48f8"/>
    <p:sldLayoutId xmlns:r="http://schemas.openxmlformats.org/officeDocument/2006/relationships" id="2147483673" r:id="R3b0cf82eb847490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6A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c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cc31cf90c2644245" /><Relationship Type="http://schemas.openxmlformats.org/officeDocument/2006/relationships/image" Target="/ppt/media/image.png" Id="Rf11e08503a394fde" /><Relationship Type="http://schemas.openxmlformats.org/officeDocument/2006/relationships/image" Target="/ppt/media/image2.png" Id="Raee336cfcb724d0b" /><Relationship Type="http://schemas.openxmlformats.org/officeDocument/2006/relationships/image" Target="/ppt/media/image3.png" Id="R384a9bb74fa6451c" /><Relationship Type="http://schemas.openxmlformats.org/officeDocument/2006/relationships/image" Target="/ppt/media/image4.png" Id="R4709b4830f3d4070" /><Relationship Type="http://schemas.openxmlformats.org/officeDocument/2006/relationships/image" Target="/ppt/media/image5.png" Id="Rf9f23f8958384f23" /><Relationship Type="http://schemas.openxmlformats.org/officeDocument/2006/relationships/image" Target="/ppt/media/image6.png" Id="Rbd0f1e784dbb4c14" /><Relationship Type="http://schemas.openxmlformats.org/officeDocument/2006/relationships/image" Target="/ppt/media/image7.png" Id="Recadedbf34ec4cea" /><Relationship Type="http://schemas.openxmlformats.org/officeDocument/2006/relationships/image" Target="/ppt/media/image8.png" Id="R44b66a07aa224217" /><Relationship Type="http://schemas.openxmlformats.org/officeDocument/2006/relationships/image" Target="/ppt/media/image9.png" Id="R55dd92e51f2b4099" /><Relationship Type="http://schemas.openxmlformats.org/officeDocument/2006/relationships/image" Target="/ppt/media/image10.png" Id="Rc284c28bc394460c" /><Relationship Type="http://schemas.openxmlformats.org/officeDocument/2006/relationships/image" Target="/ppt/media/image11.png" Id="Rec750fbdfc534f3a" /><Relationship Type="http://schemas.openxmlformats.org/officeDocument/2006/relationships/image" Target="/ppt/media/image12.png" Id="R8d12db8ed08f44d1" /><Relationship Type="http://schemas.openxmlformats.org/officeDocument/2006/relationships/image" Target="/ppt/media/image13.png" Id="R351922f148484942" /><Relationship Type="http://schemas.openxmlformats.org/officeDocument/2006/relationships/notesSlide" Target="/ppt/notesSlides/notesSlide1.xml" Id="R1c8893d2622a44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93b8ed13e85b473e" /><Relationship Type="http://schemas.openxmlformats.org/officeDocument/2006/relationships/image" Target="/ppt/media/image14.png" Id="R7312d5f0a8f34969" /><Relationship Type="http://schemas.openxmlformats.org/officeDocument/2006/relationships/image" Target="/ppt/media/image15.png" Id="R8b2c1285fd164db0" /><Relationship Type="http://schemas.openxmlformats.org/officeDocument/2006/relationships/image" Target="/ppt/media/image16.png" Id="Re7559e9335e04c6c" /><Relationship Type="http://schemas.openxmlformats.org/officeDocument/2006/relationships/image" Target="/ppt/media/image17.png" Id="R239e43b9aca746ac" /><Relationship Type="http://schemas.openxmlformats.org/officeDocument/2006/relationships/image" Target="/ppt/media/image18.png" Id="Ra5586ef9dc9a452d" /><Relationship Type="http://schemas.openxmlformats.org/officeDocument/2006/relationships/image" Target="/ppt/media/image19.png" Id="R67fd5fc29de0434d" /><Relationship Type="http://schemas.openxmlformats.org/officeDocument/2006/relationships/image" Target="/ppt/media/image20.png" Id="R8561e7618e5e4fca" /><Relationship Type="http://schemas.openxmlformats.org/officeDocument/2006/relationships/image" Target="/ppt/media/image21.png" Id="Rbf7ad0bdd1704117" /><Relationship Type="http://schemas.openxmlformats.org/officeDocument/2006/relationships/image" Target="/ppt/media/image22.png" Id="R3c475720f5e7479c" /><Relationship Type="http://schemas.openxmlformats.org/officeDocument/2006/relationships/image" Target="/ppt/media/image23.png" Id="R9fe1d60fce644e66" /><Relationship Type="http://schemas.openxmlformats.org/officeDocument/2006/relationships/image" Target="/ppt/media/image24.png" Id="R9c442a7aaaab47fe" /><Relationship Type="http://schemas.openxmlformats.org/officeDocument/2006/relationships/image" Target="/ppt/media/image25.png" Id="R0cc3e31bc6a04e4b" /><Relationship Type="http://schemas.openxmlformats.org/officeDocument/2006/relationships/image" Target="/ppt/media/image26.png" Id="R39c0a7be24f64a96" /><Relationship Type="http://schemas.openxmlformats.org/officeDocument/2006/relationships/notesSlide" Target="/ppt/notesSlides/notesSlide2.xml" Id="R4bd733042f1841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900f182688464d84" /><Relationship Type="http://schemas.openxmlformats.org/officeDocument/2006/relationships/image" Target="/ppt/media/image27.png" Id="R495d23ecaaf2404f" /><Relationship Type="http://schemas.openxmlformats.org/officeDocument/2006/relationships/image" Target="/ppt/media/image17.png" Id="Rfc02f776804c4e01" /><Relationship Type="http://schemas.openxmlformats.org/officeDocument/2006/relationships/image" Target="/ppt/media/image18.png" Id="Re6ef0460711144ee" /><Relationship Type="http://schemas.openxmlformats.org/officeDocument/2006/relationships/image" Target="/ppt/media/image19.png" Id="R739ac3ef314f438f" /><Relationship Type="http://schemas.openxmlformats.org/officeDocument/2006/relationships/image" Target="/ppt/media/image20.png" Id="Rbc15b893081747f7" /><Relationship Type="http://schemas.openxmlformats.org/officeDocument/2006/relationships/image" Target="/ppt/media/image21.png" Id="R02327029ffd4482f" /><Relationship Type="http://schemas.openxmlformats.org/officeDocument/2006/relationships/image" Target="/ppt/media/image22.png" Id="R661f3b5539be41ad" /><Relationship Type="http://schemas.openxmlformats.org/officeDocument/2006/relationships/image" Target="/ppt/media/image28.png" Id="R85de5b4b30ca47e9" /><Relationship Type="http://schemas.openxmlformats.org/officeDocument/2006/relationships/image" Target="/ppt/media/image24.png" Id="R5a0219db286244b4" /><Relationship Type="http://schemas.openxmlformats.org/officeDocument/2006/relationships/image" Target="/ppt/media/image25.png" Id="R0b1e578feafe42eb" /><Relationship Type="http://schemas.openxmlformats.org/officeDocument/2006/relationships/image" Target="/ppt/media/image26.png" Id="R4a835cfe452444ca" /><Relationship Type="http://schemas.openxmlformats.org/officeDocument/2006/relationships/notesSlide" Target="/ppt/notesSlides/notesSlide3.xml" Id="R1f1595553b474c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f4ea8a31240a4cdd" /><Relationship Type="http://schemas.openxmlformats.org/officeDocument/2006/relationships/image" Target="/ppt/media/image14.png" Id="R6c0b49a54f394fb6" /><Relationship Type="http://schemas.openxmlformats.org/officeDocument/2006/relationships/image" Target="/ppt/media/image29.png" Id="Ra62d13f17c054ab7" /><Relationship Type="http://schemas.openxmlformats.org/officeDocument/2006/relationships/image" Target="/ppt/media/image16.png" Id="R4d72a7d9adde47fc" /><Relationship Type="http://schemas.openxmlformats.org/officeDocument/2006/relationships/image" Target="/ppt/media/image17.png" Id="Rf4d244ff2d334fd0" /><Relationship Type="http://schemas.openxmlformats.org/officeDocument/2006/relationships/image" Target="/ppt/media/image18.png" Id="R5aeef3fe0c3b496f" /><Relationship Type="http://schemas.openxmlformats.org/officeDocument/2006/relationships/image" Target="/ppt/media/image19.png" Id="Rfcad6828a4914e50" /><Relationship Type="http://schemas.openxmlformats.org/officeDocument/2006/relationships/image" Target="/ppt/media/image20.png" Id="R8f4fff62d5b14093" /><Relationship Type="http://schemas.openxmlformats.org/officeDocument/2006/relationships/image" Target="/ppt/media/image21.png" Id="R56edb73b2b2948a6" /><Relationship Type="http://schemas.openxmlformats.org/officeDocument/2006/relationships/image" Target="/ppt/media/image22.png" Id="Rc3fb3bd5dc4b4728" /><Relationship Type="http://schemas.openxmlformats.org/officeDocument/2006/relationships/image" Target="/ppt/media/image28.png" Id="Re0cb9c6e56934d42" /><Relationship Type="http://schemas.openxmlformats.org/officeDocument/2006/relationships/image" Target="/ppt/media/image24.png" Id="R4ef491c877964312" /><Relationship Type="http://schemas.openxmlformats.org/officeDocument/2006/relationships/image" Target="/ppt/media/image25.png" Id="R3d3edc8e3cfb4cf7" /><Relationship Type="http://schemas.openxmlformats.org/officeDocument/2006/relationships/image" Target="/ppt/media/image26.png" Id="R693044ff97cb43b4" /><Relationship Type="http://schemas.openxmlformats.org/officeDocument/2006/relationships/notesSlide" Target="/ppt/notesSlides/notesSlide4.xml" Id="R08c3d855a3644b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45541715b30478b" /><Relationship Type="http://schemas.openxmlformats.org/officeDocument/2006/relationships/image" Target="/ppt/media/image30.png" Id="R6fca39f18c1a4496" /><Relationship Type="http://schemas.openxmlformats.org/officeDocument/2006/relationships/image" Target="/ppt/media/image31.png" Id="R634af8852eb44305" /><Relationship Type="http://schemas.openxmlformats.org/officeDocument/2006/relationships/image" Target="/ppt/media/image18.png" Id="Ra75c5105948f4d9a" /><Relationship Type="http://schemas.openxmlformats.org/officeDocument/2006/relationships/image" Target="/ppt/media/image19.png" Id="R321ad7869a61453b" /><Relationship Type="http://schemas.openxmlformats.org/officeDocument/2006/relationships/image" Target="/ppt/media/image20.png" Id="Ra706509563b8447c" /><Relationship Type="http://schemas.openxmlformats.org/officeDocument/2006/relationships/image" Target="/ppt/media/image21.png" Id="R01636cd3e17f4505" /><Relationship Type="http://schemas.openxmlformats.org/officeDocument/2006/relationships/image" Target="/ppt/media/image22.png" Id="R28d125b3efd64e7a" /><Relationship Type="http://schemas.openxmlformats.org/officeDocument/2006/relationships/image" Target="/ppt/media/image28.png" Id="R4cb3dd58d6e44427" /><Relationship Type="http://schemas.openxmlformats.org/officeDocument/2006/relationships/image" Target="/ppt/media/image24.png" Id="R325c1c2c7add40d2" /><Relationship Type="http://schemas.openxmlformats.org/officeDocument/2006/relationships/image" Target="/ppt/media/image25.png" Id="Rc1f174285af74d04" /><Relationship Type="http://schemas.openxmlformats.org/officeDocument/2006/relationships/image" Target="/ppt/media/image26.png" Id="R5acd375424cb456c" /><Relationship Type="http://schemas.openxmlformats.org/officeDocument/2006/relationships/image" Target="/ppt/media/image.jpeg" Id="Ra3b4acf2b65e4880" /><Relationship Type="http://schemas.openxmlformats.org/officeDocument/2006/relationships/notesSlide" Target="/ppt/notesSlides/notesSlide5.xml" Id="R30f073c1f28c42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1fb6007224864b80" /><Relationship Type="http://schemas.openxmlformats.org/officeDocument/2006/relationships/image" Target="/ppt/media/image32.png" Id="R5a15052d50864575" /><Relationship Type="http://schemas.openxmlformats.org/officeDocument/2006/relationships/image" Target="/ppt/media/image31.png" Id="Rd87bc7e8c5534033" /><Relationship Type="http://schemas.openxmlformats.org/officeDocument/2006/relationships/image" Target="/ppt/media/image18.png" Id="Ra0905924d26543e6" /><Relationship Type="http://schemas.openxmlformats.org/officeDocument/2006/relationships/image" Target="/ppt/media/image19.png" Id="R94872a13d8d94701" /><Relationship Type="http://schemas.openxmlformats.org/officeDocument/2006/relationships/image" Target="/ppt/media/image20.png" Id="R059ba9f2b610407d" /><Relationship Type="http://schemas.openxmlformats.org/officeDocument/2006/relationships/image" Target="/ppt/media/image21.png" Id="Rd1f8dd05a0d442e1" /><Relationship Type="http://schemas.openxmlformats.org/officeDocument/2006/relationships/image" Target="/ppt/media/image22.png" Id="Rcadf9d9b741342d5" /><Relationship Type="http://schemas.openxmlformats.org/officeDocument/2006/relationships/image" Target="/ppt/media/image28.png" Id="Rc44b11ff97a44cec" /><Relationship Type="http://schemas.openxmlformats.org/officeDocument/2006/relationships/image" Target="/ppt/media/image24.png" Id="R03e55473aaf74c92" /><Relationship Type="http://schemas.openxmlformats.org/officeDocument/2006/relationships/image" Target="/ppt/media/image25.png" Id="R94226e83964b494c" /><Relationship Type="http://schemas.openxmlformats.org/officeDocument/2006/relationships/image" Target="/ppt/media/image26.png" Id="R993caab97f49415b" /><Relationship Type="http://schemas.openxmlformats.org/officeDocument/2006/relationships/image" Target="/ppt/media/image33.png" Id="Rb6cf5d5df31241ae" /><Relationship Type="http://schemas.openxmlformats.org/officeDocument/2006/relationships/image" Target="/ppt/media/image34.png" Id="Rc67a9f1d8e244d86" /><Relationship Type="http://schemas.openxmlformats.org/officeDocument/2006/relationships/image" Target="/ppt/media/image35.png" Id="R99caa7fcf94249f0" /><Relationship Type="http://schemas.openxmlformats.org/officeDocument/2006/relationships/notesSlide" Target="/ppt/notesSlides/notesSlide6.xml" Id="R077fed822d8741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8bd9dcbfde44636" /><Relationship Type="http://schemas.openxmlformats.org/officeDocument/2006/relationships/image" Target="/ppt/media/image36.png" Id="Rc6c7694e6bca476c" /><Relationship Type="http://schemas.openxmlformats.org/officeDocument/2006/relationships/image" Target="/ppt/media/image17.png" Id="Rea0528740deb416f" /><Relationship Type="http://schemas.openxmlformats.org/officeDocument/2006/relationships/image" Target="/ppt/media/image18.png" Id="R778d6dc3ed4a4288" /><Relationship Type="http://schemas.openxmlformats.org/officeDocument/2006/relationships/image" Target="/ppt/media/image19.png" Id="R520a589d6d7a43f0" /><Relationship Type="http://schemas.openxmlformats.org/officeDocument/2006/relationships/image" Target="/ppt/media/image20.png" Id="Rd828cbc7c3a7433f" /><Relationship Type="http://schemas.openxmlformats.org/officeDocument/2006/relationships/image" Target="/ppt/media/image21.png" Id="Re32a0327a80f4297" /><Relationship Type="http://schemas.openxmlformats.org/officeDocument/2006/relationships/image" Target="/ppt/media/image22.png" Id="R83e1fc54eeb24491" /><Relationship Type="http://schemas.openxmlformats.org/officeDocument/2006/relationships/image" Target="/ppt/media/image28.png" Id="Rd5b79423ff374a8c" /><Relationship Type="http://schemas.openxmlformats.org/officeDocument/2006/relationships/image" Target="/ppt/media/image24.png" Id="R38b7bed652cc46bc" /><Relationship Type="http://schemas.openxmlformats.org/officeDocument/2006/relationships/image" Target="/ppt/media/image25.png" Id="Rcc288696ede343c1" /><Relationship Type="http://schemas.openxmlformats.org/officeDocument/2006/relationships/image" Target="/ppt/media/image26.png" Id="R273008d6c168414d" /><Relationship Type="http://schemas.openxmlformats.org/officeDocument/2006/relationships/image" Target="/ppt/media/image2.jpeg" Id="R84bb67d557ee4a38" /><Relationship Type="http://schemas.openxmlformats.org/officeDocument/2006/relationships/notesSlide" Target="/ppt/notesSlides/notesSlide7.xml" Id="R0e302ea852324c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7afa7ca340944e7c" /><Relationship Type="http://schemas.openxmlformats.org/officeDocument/2006/relationships/image" Target="/ppt/media/image37.png" Id="R9f35d8294a514e44" /><Relationship Type="http://schemas.openxmlformats.org/officeDocument/2006/relationships/image" Target="/ppt/media/image29.png" Id="R006eb3ee1e934eb0" /><Relationship Type="http://schemas.openxmlformats.org/officeDocument/2006/relationships/image" Target="/ppt/media/image17.png" Id="R8010a3c898f14279" /><Relationship Type="http://schemas.openxmlformats.org/officeDocument/2006/relationships/image" Target="/ppt/media/image18.png" Id="Ra233c860865a4067" /><Relationship Type="http://schemas.openxmlformats.org/officeDocument/2006/relationships/image" Target="/ppt/media/image19.png" Id="Rd563a22c496a45bb" /><Relationship Type="http://schemas.openxmlformats.org/officeDocument/2006/relationships/image" Target="/ppt/media/image20.png" Id="R9af7a1c75aa94094" /><Relationship Type="http://schemas.openxmlformats.org/officeDocument/2006/relationships/image" Target="/ppt/media/image21.png" Id="R31ffa19306b9423a" /><Relationship Type="http://schemas.openxmlformats.org/officeDocument/2006/relationships/image" Target="/ppt/media/image22.png" Id="R66975f82e4f74954" /><Relationship Type="http://schemas.openxmlformats.org/officeDocument/2006/relationships/image" Target="/ppt/media/image23.png" Id="Rb57a23ec8d5f4581" /><Relationship Type="http://schemas.openxmlformats.org/officeDocument/2006/relationships/image" Target="/ppt/media/image24.png" Id="Rec78720729f64ee8" /><Relationship Type="http://schemas.openxmlformats.org/officeDocument/2006/relationships/image" Target="/ppt/media/image25.png" Id="Ra021de7c5e9b43fe" /><Relationship Type="http://schemas.openxmlformats.org/officeDocument/2006/relationships/image" Target="/ppt/media/image26.png" Id="R9be5e43e7f0a4e2a" /><Relationship Type="http://schemas.openxmlformats.org/officeDocument/2006/relationships/notesSlide" Target="/ppt/notesSlides/notesSlide8.xml" Id="R31067e47a9ca48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740588d201464b5c" /><Relationship Type="http://schemas.openxmlformats.org/officeDocument/2006/relationships/image" Target="/ppt/media/image38.png" Id="R3b217ed11a7e4fd0" /><Relationship Type="http://schemas.openxmlformats.org/officeDocument/2006/relationships/image" Target="/ppt/media/image17.png" Id="R676407c73839408f" /><Relationship Type="http://schemas.openxmlformats.org/officeDocument/2006/relationships/image" Target="/ppt/media/image18.png" Id="R6eb84d62300640f4" /><Relationship Type="http://schemas.openxmlformats.org/officeDocument/2006/relationships/image" Target="/ppt/media/image19.png" Id="Rf6cc1a922b874c5e" /><Relationship Type="http://schemas.openxmlformats.org/officeDocument/2006/relationships/image" Target="/ppt/media/image20.png" Id="Rcc1ad88ce535413c" /><Relationship Type="http://schemas.openxmlformats.org/officeDocument/2006/relationships/image" Target="/ppt/media/image21.png" Id="Rd1382d329a0e4e7b" /><Relationship Type="http://schemas.openxmlformats.org/officeDocument/2006/relationships/image" Target="/ppt/media/image22.png" Id="Re654820242f840fa" /><Relationship Type="http://schemas.openxmlformats.org/officeDocument/2006/relationships/image" Target="/ppt/media/image23.png" Id="R503c63aa8e8b4419" /><Relationship Type="http://schemas.openxmlformats.org/officeDocument/2006/relationships/image" Target="/ppt/media/image24.png" Id="Rafce8f739ae744a3" /><Relationship Type="http://schemas.openxmlformats.org/officeDocument/2006/relationships/image" Target="/ppt/media/image25.png" Id="R546f68dd7a7e4d61" /><Relationship Type="http://schemas.openxmlformats.org/officeDocument/2006/relationships/image" Target="/ppt/media/image26.png" Id="Rdfbe513de8834be7" /><Relationship Type="http://schemas.openxmlformats.org/officeDocument/2006/relationships/image" Target="/ppt/media/image39.png" Id="Rd478ebc0ded643dd" /><Relationship Type="http://schemas.openxmlformats.org/officeDocument/2006/relationships/notesSlide" Target="/ppt/notesSlides/notesSlide9.xml" Id="Rcd9d3a369d734c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b6ba7dff4d924e65" /><Relationship Type="http://schemas.openxmlformats.org/officeDocument/2006/relationships/image" Target="/ppt/media/image40.png" Id="R2050a146abeb4987" /><Relationship Type="http://schemas.openxmlformats.org/officeDocument/2006/relationships/image" Target="/ppt/media/image15.png" Id="R65b35878428d410d" /><Relationship Type="http://schemas.openxmlformats.org/officeDocument/2006/relationships/image" Target="/ppt/media/image17.png" Id="R7ec59b1ba7b84f3d" /><Relationship Type="http://schemas.openxmlformats.org/officeDocument/2006/relationships/image" Target="/ppt/media/image18.png" Id="R6075994ad475429f" /><Relationship Type="http://schemas.openxmlformats.org/officeDocument/2006/relationships/image" Target="/ppt/media/image19.png" Id="R49c031687f0a4982" /><Relationship Type="http://schemas.openxmlformats.org/officeDocument/2006/relationships/image" Target="/ppt/media/image20.png" Id="R750fb5e5aa1f4c32" /><Relationship Type="http://schemas.openxmlformats.org/officeDocument/2006/relationships/image" Target="/ppt/media/image21.png" Id="R8255dab765794aae" /><Relationship Type="http://schemas.openxmlformats.org/officeDocument/2006/relationships/image" Target="/ppt/media/image22.png" Id="Rfe20eeef7da44678" /><Relationship Type="http://schemas.openxmlformats.org/officeDocument/2006/relationships/image" Target="/ppt/media/image23.png" Id="Rf5c51fc58090464b" /><Relationship Type="http://schemas.openxmlformats.org/officeDocument/2006/relationships/image" Target="/ppt/media/image24.png" Id="Rb8124432ebd84809" /><Relationship Type="http://schemas.openxmlformats.org/officeDocument/2006/relationships/image" Target="/ppt/media/image25.png" Id="R2633cbca1f214b0e" /><Relationship Type="http://schemas.openxmlformats.org/officeDocument/2006/relationships/image" Target="/ppt/media/image26.png" Id="Rac3cffc1c94c44a8" /><Relationship Type="http://schemas.openxmlformats.org/officeDocument/2006/relationships/notesSlide" Target="/ppt/notesSlides/notesSlide10.xml" Id="Rb4fe96c557bd4d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bd7527a85dfe4951" /><Relationship Type="http://schemas.openxmlformats.org/officeDocument/2006/relationships/image" Target="/ppt/media/image41.png" Id="Rd11cdbfe22574dd7" /><Relationship Type="http://schemas.openxmlformats.org/officeDocument/2006/relationships/image" Target="/ppt/media/image17.png" Id="R4e154ac252b74fa5" /><Relationship Type="http://schemas.openxmlformats.org/officeDocument/2006/relationships/image" Target="/ppt/media/image18.png" Id="R04b4f20ddb95463c" /><Relationship Type="http://schemas.openxmlformats.org/officeDocument/2006/relationships/image" Target="/ppt/media/image19.png" Id="R011622fa878f4d49" /><Relationship Type="http://schemas.openxmlformats.org/officeDocument/2006/relationships/image" Target="/ppt/media/image20.png" Id="R9735f06166784670" /><Relationship Type="http://schemas.openxmlformats.org/officeDocument/2006/relationships/image" Target="/ppt/media/image21.png" Id="R9e91ddf8eb574dd3" /><Relationship Type="http://schemas.openxmlformats.org/officeDocument/2006/relationships/image" Target="/ppt/media/image22.png" Id="R4541dad460814d28" /><Relationship Type="http://schemas.openxmlformats.org/officeDocument/2006/relationships/image" Target="/ppt/media/image23.png" Id="R09526eaf1543449f" /><Relationship Type="http://schemas.openxmlformats.org/officeDocument/2006/relationships/image" Target="/ppt/media/image24.png" Id="R8b6afb2f68224fe6" /><Relationship Type="http://schemas.openxmlformats.org/officeDocument/2006/relationships/image" Target="/ppt/media/image25.png" Id="R63bb7c59c7af494c" /><Relationship Type="http://schemas.openxmlformats.org/officeDocument/2006/relationships/image" Target="/ppt/media/image26.png" Id="Rdf0945da42644c58" /><Relationship Type="http://schemas.openxmlformats.org/officeDocument/2006/relationships/image" Target="/ppt/media/image42.png" Id="Ra0e45e140b544f89" /><Relationship Type="http://schemas.openxmlformats.org/officeDocument/2006/relationships/image" Target="/ppt/media/image43.png" Id="R25e0bb052a5b4c11" /><Relationship Type="http://schemas.openxmlformats.org/officeDocument/2006/relationships/image" Target="/ppt/media/image44.png" Id="R9c58647077b84f22" /><Relationship Type="http://schemas.openxmlformats.org/officeDocument/2006/relationships/image" Target="/ppt/media/image45.png" Id="Rc4a003834a6347e9" /><Relationship Type="http://schemas.openxmlformats.org/officeDocument/2006/relationships/image" Target="/ppt/media/image46.png" Id="Rc455922b5c614cfa" /><Relationship Type="http://schemas.openxmlformats.org/officeDocument/2006/relationships/image" Target="/ppt/media/image47.png" Id="R45db2334ba7143f9" /><Relationship Type="http://schemas.openxmlformats.org/officeDocument/2006/relationships/image" Target="/ppt/media/image48.png" Id="R6790d06729ef42a6" /><Relationship Type="http://schemas.openxmlformats.org/officeDocument/2006/relationships/image" Target="/ppt/media/image49.png" Id="R876812306c894198" /><Relationship Type="http://schemas.openxmlformats.org/officeDocument/2006/relationships/image" Target="/ppt/media/image50.png" Id="Re2721624b514495c" /><Relationship Type="http://schemas.openxmlformats.org/officeDocument/2006/relationships/image" Target="/ppt/media/image51.png" Id="R9edd1ea0f7084c5e" /><Relationship Type="http://schemas.openxmlformats.org/officeDocument/2006/relationships/image" Target="/ppt/media/image52.png" Id="Rad5d7b65c4af48f4" /><Relationship Type="http://schemas.openxmlformats.org/officeDocument/2006/relationships/image" Target="/ppt/media/image53.png" Id="Rd1cfe2ac4fd94b0b" /><Relationship Type="http://schemas.openxmlformats.org/officeDocument/2006/relationships/image" Target="/ppt/media/image54.png" Id="Rfb94b1f2f9134133" /><Relationship Type="http://schemas.openxmlformats.org/officeDocument/2006/relationships/image" Target="/ppt/media/image55.png" Id="R204bf00828574267" /><Relationship Type="http://schemas.openxmlformats.org/officeDocument/2006/relationships/image" Target="/ppt/media/image56.png" Id="Re3958e5e7fbd46d5" /><Relationship Type="http://schemas.openxmlformats.org/officeDocument/2006/relationships/notesSlide" Target="/ppt/notesSlides/notesSlide11.xml" Id="R71a7fa61625546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9df0d3b186b24882" /><Relationship Type="http://schemas.openxmlformats.org/officeDocument/2006/relationships/image" Target="/ppt/media/image57.png" Id="R2c39dbde13444a03" /><Relationship Type="http://schemas.openxmlformats.org/officeDocument/2006/relationships/image" Target="/ppt/media/image58.png" Id="R711d6e43d9c847ce" /><Relationship Type="http://schemas.openxmlformats.org/officeDocument/2006/relationships/image" Target="/ppt/media/image59.png" Id="R91e459bbba7b4e84" /><Relationship Type="http://schemas.openxmlformats.org/officeDocument/2006/relationships/image" Target="/ppt/media/image60.png" Id="Rcb6a5c492ead4df5" /><Relationship Type="http://schemas.openxmlformats.org/officeDocument/2006/relationships/image" Target="/ppt/media/image17.png" Id="R52565080051e46bd" /><Relationship Type="http://schemas.openxmlformats.org/officeDocument/2006/relationships/image" Target="/ppt/media/image18.png" Id="R1f74e00fa4584660" /><Relationship Type="http://schemas.openxmlformats.org/officeDocument/2006/relationships/image" Target="/ppt/media/image19.png" Id="Rd228d391d8044ef8" /><Relationship Type="http://schemas.openxmlformats.org/officeDocument/2006/relationships/image" Target="/ppt/media/image20.png" Id="Rbf640ce9a9714680" /><Relationship Type="http://schemas.openxmlformats.org/officeDocument/2006/relationships/image" Target="/ppt/media/image21.png" Id="Rc17194c06af64bef" /><Relationship Type="http://schemas.openxmlformats.org/officeDocument/2006/relationships/image" Target="/ppt/media/image22.png" Id="R6f4341bf483745b5" /><Relationship Type="http://schemas.openxmlformats.org/officeDocument/2006/relationships/image" Target="/ppt/media/image23.png" Id="R6b83dca5c9a145c3" /><Relationship Type="http://schemas.openxmlformats.org/officeDocument/2006/relationships/image" Target="/ppt/media/image24.png" Id="R3cc68431a2634c51" /><Relationship Type="http://schemas.openxmlformats.org/officeDocument/2006/relationships/image" Target="/ppt/media/image25.png" Id="R7430b665f93a430e" /><Relationship Type="http://schemas.openxmlformats.org/officeDocument/2006/relationships/image" Target="/ppt/media/image26.png" Id="R5042c023aff7450c" /><Relationship Type="http://schemas.openxmlformats.org/officeDocument/2006/relationships/notesSlide" Target="/ppt/notesSlides/notesSlide12.xml" Id="Ra78d76fde3c8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0" name="Google Shape;200;p28">
            <a:extLst xmlns:a="http://schemas.openxmlformats.org/drawingml/2006/main">
              <a:ext uri="{FF2B5EF4-FFF2-40B4-BE49-F238E27FC236}">
                <a16:creationId xmlns:a16="http://schemas.microsoft.com/office/drawing/2014/main" id="{EF8311F0-B7B1-456A-A997-0E07C54B7F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1e08503a394f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1" name="Google Shape;201;p28">
            <a:extLst xmlns:a="http://schemas.openxmlformats.org/drawingml/2006/main">
              <a:ext uri="{FF2B5EF4-FFF2-40B4-BE49-F238E27FC236}">
                <a16:creationId xmlns:a16="http://schemas.microsoft.com/office/drawing/2014/main" id="{8C6F374F-8475-4FCD-80AA-C46D8ED1E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e336cfcb724d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552950"/>
            <a:ext cx="4417702" cy="5904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2" name="Google Shape;202;p28">
            <a:extLst xmlns:a="http://schemas.openxmlformats.org/drawingml/2006/main">
              <a:ext uri="{FF2B5EF4-FFF2-40B4-BE49-F238E27FC236}">
                <a16:creationId xmlns:a16="http://schemas.microsoft.com/office/drawing/2014/main" id="{5EC801AA-FE4B-4982-AE4B-8F3A57AE6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4a9bb74fa6451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26311" y="4552950"/>
            <a:ext cx="4417693" cy="5904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28">
            <a:extLst xmlns:a="http://schemas.openxmlformats.org/drawingml/2006/main">
              <a:ext uri="{FF2B5EF4-FFF2-40B4-BE49-F238E27FC236}">
                <a16:creationId xmlns:a16="http://schemas.microsoft.com/office/drawing/2014/main" id="{28FA1E5A-2158-4A1D-9E22-5005125F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132" y="1054894"/>
            <a:ext cx="7048500" cy="24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8">
            <a:extLst xmlns:a="http://schemas.openxmlformats.org/drawingml/2006/main">
              <a:ext uri="{FF2B5EF4-FFF2-40B4-BE49-F238E27FC236}">
                <a16:creationId xmlns:a16="http://schemas.microsoft.com/office/drawing/2014/main" id="{0F1509E7-9F12-4AFB-B98D-B2A755E6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922" y="1054894"/>
            <a:ext cx="2829000" cy="9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>
            <a:extLst xmlns:a="http://schemas.openxmlformats.org/drawingml/2006/main">
              <a:ext uri="{FF2B5EF4-FFF2-40B4-BE49-F238E27FC236}">
                <a16:creationId xmlns:a16="http://schemas.microsoft.com/office/drawing/2014/main" id="{4C961B8B-079A-4043-BDD9-7BD283F9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341" y="1054894"/>
            <a:ext cx="1462200" cy="47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>
            <a:extLst xmlns:a="http://schemas.openxmlformats.org/drawingml/2006/main">
              <a:ext uri="{FF2B5EF4-FFF2-40B4-BE49-F238E27FC236}">
                <a16:creationId xmlns:a16="http://schemas.microsoft.com/office/drawing/2014/main" id="{D76E70B6-9937-4B35-A1EB-0DC8B1D4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922" y="1626394"/>
            <a:ext cx="2829000" cy="33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>
            <a:extLst xmlns:a="http://schemas.openxmlformats.org/drawingml/2006/main">
              <a:ext uri="{FF2B5EF4-FFF2-40B4-BE49-F238E27FC236}">
                <a16:creationId xmlns:a16="http://schemas.microsoft.com/office/drawing/2014/main" id="{880A42F5-6AC5-451A-AF5E-A1F39475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26394"/>
            <a:ext cx="3810000" cy="4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2700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2400"/>
              <a:buFont typeface="Archivo SemiBold"/>
              <a:buNone/>
              <a:defRPr sz="2700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27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28">
            <a:extLst xmlns:a="http://schemas.openxmlformats.org/drawingml/2006/main">
              <a:ext uri="{FF2B5EF4-FFF2-40B4-BE49-F238E27FC236}">
                <a16:creationId xmlns:a16="http://schemas.microsoft.com/office/drawing/2014/main" id="{557547F7-AD9B-425F-823B-B9FCE6B1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2" y="2274094"/>
            <a:ext cx="7239000" cy="14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 algn="ctr">
              <a:defRPr sz="4050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defRPr>
            </a:defPPr>
          </a:lstStyle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chivo ExtraBold"/>
              <a:buNone/>
              <a:defRPr sz="4050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defRPr>
            </a:pPr>
            <a:r>
              <a:rPr sz="405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Play with friends.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chivo ExtraBold"/>
              <a:buNone/>
              <a:defRPr sz="4050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defRPr>
            </a:pPr>
            <a:r>
              <a:rPr sz="405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Hold SNAKE for skins.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11" name="Google Shape;211;p28">
            <a:extLst xmlns:a="http://schemas.openxmlformats.org/drawingml/2006/main">
              <a:ext uri="{FF2B5EF4-FFF2-40B4-BE49-F238E27FC236}">
                <a16:creationId xmlns:a16="http://schemas.microsoft.com/office/drawing/2014/main" id="{225377FA-6741-4C30-8D98-75E58F1112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09b4830f3d40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9333" y="171255"/>
            <a:ext cx="355067" cy="326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2" name="Google Shape;212;p28">
            <a:extLst xmlns:a="http://schemas.openxmlformats.org/drawingml/2006/main">
              <a:ext uri="{FF2B5EF4-FFF2-40B4-BE49-F238E27FC236}">
                <a16:creationId xmlns:a16="http://schemas.microsoft.com/office/drawing/2014/main" id="{119817C6-C6EC-43F8-818E-463DE876D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f23f8958384f2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3932" y="558338"/>
            <a:ext cx="46900" cy="48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3" name="Google Shape;213;p28">
            <a:extLst xmlns:a="http://schemas.openxmlformats.org/drawingml/2006/main">
              <a:ext uri="{FF2B5EF4-FFF2-40B4-BE49-F238E27FC236}">
                <a16:creationId xmlns:a16="http://schemas.microsoft.com/office/drawing/2014/main" id="{F5583D97-33F4-45AC-BC88-1A071EDC32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0f1e784dbb4c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67798" y="559464"/>
            <a:ext cx="46546" cy="471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4" name="Google Shape;214;p28">
            <a:extLst xmlns:a="http://schemas.openxmlformats.org/drawingml/2006/main">
              <a:ext uri="{FF2B5EF4-FFF2-40B4-BE49-F238E27FC236}">
                <a16:creationId xmlns:a16="http://schemas.microsoft.com/office/drawing/2014/main" id="{35E2486F-5711-4414-9C15-8F1791DD87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adedbf34ec4c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814" y="558422"/>
            <a:ext cx="49095" cy="631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15;p28">
            <a:extLst xmlns:a="http://schemas.openxmlformats.org/drawingml/2006/main">
              <a:ext uri="{FF2B5EF4-FFF2-40B4-BE49-F238E27FC236}">
                <a16:creationId xmlns:a16="http://schemas.microsoft.com/office/drawing/2014/main" id="{62716E71-5E36-44F0-82AC-16EB8B8890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4b66a07aa2242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8871" y="558422"/>
            <a:ext cx="50676" cy="48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6" name="Google Shape;216;p28">
            <a:extLst xmlns:a="http://schemas.openxmlformats.org/drawingml/2006/main">
              <a:ext uri="{FF2B5EF4-FFF2-40B4-BE49-F238E27FC236}">
                <a16:creationId xmlns:a16="http://schemas.microsoft.com/office/drawing/2014/main" id="{3CE369AE-8146-43F9-AB28-2F636F1FA1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dd92e51f2b40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7463" y="558329"/>
            <a:ext cx="29514" cy="47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7" name="Google Shape;217;p28">
            <a:extLst xmlns:a="http://schemas.openxmlformats.org/drawingml/2006/main">
              <a:ext uri="{FF2B5EF4-FFF2-40B4-BE49-F238E27FC236}">
                <a16:creationId xmlns:a16="http://schemas.microsoft.com/office/drawing/2014/main" id="{80D3CF7D-B208-4FEE-952D-C4A198E94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84c28bc39446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0763" y="546069"/>
            <a:ext cx="30389" cy="6052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8" name="Google Shape;218;p28">
            <a:extLst xmlns:a="http://schemas.openxmlformats.org/drawingml/2006/main">
              <a:ext uri="{FF2B5EF4-FFF2-40B4-BE49-F238E27FC236}">
                <a16:creationId xmlns:a16="http://schemas.microsoft.com/office/drawing/2014/main" id="{00333A79-CC6A-4691-966B-658DB7B8E0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750fbdfc534f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5700" y="558422"/>
            <a:ext cx="50676" cy="48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9" name="Google Shape;219;p28">
            <a:extLst xmlns:a="http://schemas.openxmlformats.org/drawingml/2006/main">
              <a:ext uri="{FF2B5EF4-FFF2-40B4-BE49-F238E27FC236}">
                <a16:creationId xmlns:a16="http://schemas.microsoft.com/office/drawing/2014/main" id="{D3D0A909-E99B-4782-BD6A-0B3C5ABC8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12db8ed08f44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2097" y="558422"/>
            <a:ext cx="54108" cy="481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0" name="Google Shape;220;p28">
            <a:extLst xmlns:a="http://schemas.openxmlformats.org/drawingml/2006/main">
              <a:ext uri="{FF2B5EF4-FFF2-40B4-BE49-F238E27FC236}">
                <a16:creationId xmlns:a16="http://schemas.microsoft.com/office/drawing/2014/main" id="{DCC1EB32-6018-42A9-B3E6-DAFF16357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1922f1484849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1107" y="558413"/>
            <a:ext cx="76777" cy="4713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843B48C-71A2-4286-A7F3-1116686A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481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BCB3FF"/>
                </a:solidFill>
                <a:latin typeface="Archivo"/>
                <a:ea typeface="Archivo"/>
                <a:cs typeface="Archivo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CB3FF"/>
                </a:solidFill>
                <a:latin typeface="Archivo"/>
                <a:ea typeface="Archivo"/>
                <a:cs typeface="Archivo"/>
              </a:defRPr>
            </a:pPr>
            <a:r>
              <a:rPr sz="1500" b="0">
                <a:solidFill>
                  <a:srgbClr val="BCB3FF"/>
                </a:solidFill>
                <a:latin typeface="Archivo"/>
                <a:ea typeface="Archivo"/>
                <a:cs typeface="Archivo"/>
              </a:rPr>
              <a:t>Live multiplayer · SNAKE integration planned</a:t>
            </a:r>
          </a:p>
        </p:txBody>
      </p:sp>
    </p:spTree>
    <p:extLst>
      <p:ext uri="{BB962C8B-B14F-4D97-AF65-F5344CB8AC3E}">
        <p14:creationId xmlns:p14="http://schemas.microsoft.com/office/powerpoint/2010/main" val="12452664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4" name="Google Shape;324;p31">
            <a:extLst xmlns:a="http://schemas.openxmlformats.org/drawingml/2006/main">
              <a:ext uri="{FF2B5EF4-FFF2-40B4-BE49-F238E27FC236}">
                <a16:creationId xmlns:a16="http://schemas.microsoft.com/office/drawing/2014/main" id="{BD6200DA-2CEE-4D79-9EDC-171D9CD061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12d5f0a8f349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5" name="Google Shape;325;p31">
            <a:extLst xmlns:a="http://schemas.openxmlformats.org/drawingml/2006/main">
              <a:ext uri="{FF2B5EF4-FFF2-40B4-BE49-F238E27FC236}">
                <a16:creationId xmlns:a16="http://schemas.microsoft.com/office/drawing/2014/main" id="{9C8E4BB2-C8D9-47BD-A4A0-511E90D8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069181"/>
            <a:ext cx="4533900" cy="23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1">
            <a:extLst xmlns:a="http://schemas.openxmlformats.org/drawingml/2006/main">
              <a:ext uri="{FF2B5EF4-FFF2-40B4-BE49-F238E27FC236}">
                <a16:creationId xmlns:a16="http://schemas.microsoft.com/office/drawing/2014/main" id="{CD918CD1-3131-46FD-8F8E-0122DDF6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069181"/>
            <a:ext cx="4660800" cy="95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sz="30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A game token needs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sz="30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a role in play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7" name="Google Shape;327;p31">
            <a:extLst xmlns:a="http://schemas.openxmlformats.org/drawingml/2006/main">
              <a:ext uri="{FF2B5EF4-FFF2-40B4-BE49-F238E27FC236}">
                <a16:creationId xmlns:a16="http://schemas.microsoft.com/office/drawing/2014/main" id="{5697C5E7-32C2-4084-AB7F-DE4D8C88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278856"/>
            <a:ext cx="5481600" cy="11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>
            <a:extLst xmlns:a="http://schemas.openxmlformats.org/drawingml/2006/main">
              <a:ext uri="{FF2B5EF4-FFF2-40B4-BE49-F238E27FC236}">
                <a16:creationId xmlns:a16="http://schemas.microsoft.com/office/drawing/2014/main" id="{AB5D43BB-784D-48F8-8CBF-FB8049A8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278856"/>
            <a:ext cx="54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9" name="Google Shape;329;p31">
            <a:extLst xmlns:a="http://schemas.openxmlformats.org/drawingml/2006/main">
              <a:ext uri="{FF2B5EF4-FFF2-40B4-BE49-F238E27FC236}">
                <a16:creationId xmlns:a16="http://schemas.microsoft.com/office/drawing/2014/main" id="{E6A664E1-1949-4DB8-9DA6-77FEBD614E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2c1285fd164d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2278856"/>
            <a:ext cx="1619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0" name="Google Shape;330;p31">
            <a:extLst xmlns:a="http://schemas.openxmlformats.org/drawingml/2006/main">
              <a:ext uri="{FF2B5EF4-FFF2-40B4-BE49-F238E27FC236}">
                <a16:creationId xmlns:a16="http://schemas.microsoft.com/office/drawing/2014/main" id="{39298B56-F25B-4BFB-9FAD-D7187DDB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2278856"/>
            <a:ext cx="5224500" cy="2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Today, the shop shows skins priced in game coins.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1" name="Google Shape;331;p31">
            <a:extLst xmlns:a="http://schemas.openxmlformats.org/drawingml/2006/main">
              <a:ext uri="{FF2B5EF4-FFF2-40B4-BE49-F238E27FC236}">
                <a16:creationId xmlns:a16="http://schemas.microsoft.com/office/drawing/2014/main" id="{6F7385E5-78A7-4BE6-9889-4C9062B4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726531"/>
            <a:ext cx="54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31">
            <a:extLst xmlns:a="http://schemas.openxmlformats.org/drawingml/2006/main">
              <a:ext uri="{FF2B5EF4-FFF2-40B4-BE49-F238E27FC236}">
                <a16:creationId xmlns:a16="http://schemas.microsoft.com/office/drawing/2014/main" id="{E4FA3ADE-0777-4581-BF89-47C64DFB08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2c1285fd164d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2726531"/>
            <a:ext cx="1619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3" name="Google Shape;333;p31">
            <a:extLst xmlns:a="http://schemas.openxmlformats.org/drawingml/2006/main">
              <a:ext uri="{FF2B5EF4-FFF2-40B4-BE49-F238E27FC236}">
                <a16:creationId xmlns:a16="http://schemas.microsoft.com/office/drawing/2014/main" id="{7D0387AC-7623-4E41-BEE0-6DB8FB41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2726531"/>
            <a:ext cx="5224500" cy="2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Wallet holdings are not linked to skin access yet.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4" name="Google Shape;334;p31">
            <a:extLst xmlns:a="http://schemas.openxmlformats.org/drawingml/2006/main">
              <a:ext uri="{FF2B5EF4-FFF2-40B4-BE49-F238E27FC236}">
                <a16:creationId xmlns:a16="http://schemas.microsoft.com/office/drawing/2014/main" id="{B2B3C606-0F19-4DB0-8DA4-99B97C9D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3174206"/>
            <a:ext cx="54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31">
            <a:extLst xmlns:a="http://schemas.openxmlformats.org/drawingml/2006/main">
              <a:ext uri="{FF2B5EF4-FFF2-40B4-BE49-F238E27FC236}">
                <a16:creationId xmlns:a16="http://schemas.microsoft.com/office/drawing/2014/main" id="{3F171B47-B49F-49E8-9301-7CF54992B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2c1285fd164d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3174206"/>
            <a:ext cx="1619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6" name="Google Shape;336;p31">
            <a:extLst xmlns:a="http://schemas.openxmlformats.org/drawingml/2006/main">
              <a:ext uri="{FF2B5EF4-FFF2-40B4-BE49-F238E27FC236}">
                <a16:creationId xmlns:a16="http://schemas.microsoft.com/office/drawing/2014/main" id="{49EA06CA-53DD-43F0-A2B5-DBDC65BA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3174206"/>
            <a:ext cx="52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The goal: holding SNAKE unlocks cosmetic choices.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337" name="Google Shape;337;p31">
            <a:extLst xmlns:a="http://schemas.openxmlformats.org/drawingml/2006/main">
              <a:ext uri="{FF2B5EF4-FFF2-40B4-BE49-F238E27FC236}">
                <a16:creationId xmlns:a16="http://schemas.microsoft.com/office/drawing/2014/main" id="{A872734C-A364-4711-97DB-62653DFD4A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559e9335e04c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70595" y="2123963"/>
            <a:ext cx="2472340" cy="24572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8" name="Google Shape;338;p31">
            <a:extLst xmlns:a="http://schemas.openxmlformats.org/drawingml/2006/main">
              <a:ext uri="{FF2B5EF4-FFF2-40B4-BE49-F238E27FC236}">
                <a16:creationId xmlns:a16="http://schemas.microsoft.com/office/drawing/2014/main" id="{352F0FA8-1CB1-4B27-AC85-1E9D2D2B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62500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31">
            <a:extLst xmlns:a="http://schemas.openxmlformats.org/drawingml/2006/main">
              <a:ext uri="{FF2B5EF4-FFF2-40B4-BE49-F238E27FC236}">
                <a16:creationId xmlns:a16="http://schemas.microsoft.com/office/drawing/2014/main" id="{7FF70059-8E36-4D56-9B6C-2782E93535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9e43b9aca746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4674161"/>
            <a:ext cx="297010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0" name="Google Shape;340;p31">
            <a:extLst xmlns:a="http://schemas.openxmlformats.org/drawingml/2006/main">
              <a:ext uri="{FF2B5EF4-FFF2-40B4-BE49-F238E27FC236}">
                <a16:creationId xmlns:a16="http://schemas.microsoft.com/office/drawing/2014/main" id="{FA849808-D577-4AFA-853A-022CD40643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586ef9dc9a452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97946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1" name="Google Shape;341;p31">
            <a:extLst xmlns:a="http://schemas.openxmlformats.org/drawingml/2006/main">
              <a:ext uri="{FF2B5EF4-FFF2-40B4-BE49-F238E27FC236}">
                <a16:creationId xmlns:a16="http://schemas.microsoft.com/office/drawing/2014/main" id="{F22D8E4A-00FB-44FD-A42B-FB064096D5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fd5fc29de043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13" y="4998895"/>
            <a:ext cx="38933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2" name="Google Shape;342;p31">
            <a:extLst xmlns:a="http://schemas.openxmlformats.org/drawingml/2006/main">
              <a:ext uri="{FF2B5EF4-FFF2-40B4-BE49-F238E27FC236}">
                <a16:creationId xmlns:a16="http://schemas.microsoft.com/office/drawing/2014/main" id="{D8CE340B-362C-4BE1-978F-C1A01E845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61e7618e5e4f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6" y="4998021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3" name="Google Shape;343;p31">
            <a:extLst xmlns:a="http://schemas.openxmlformats.org/drawingml/2006/main">
              <a:ext uri="{FF2B5EF4-FFF2-40B4-BE49-F238E27FC236}">
                <a16:creationId xmlns:a16="http://schemas.microsoft.com/office/drawing/2014/main" id="{9375440E-8331-45BC-A2B0-58244A265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7ad0bdd17041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19" y="4998021"/>
            <a:ext cx="42393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4" name="Google Shape;344;p31">
            <a:extLst xmlns:a="http://schemas.openxmlformats.org/drawingml/2006/main">
              <a:ext uri="{FF2B5EF4-FFF2-40B4-BE49-F238E27FC236}">
                <a16:creationId xmlns:a16="http://schemas.microsoft.com/office/drawing/2014/main" id="{2322CFCE-CBFD-4977-A45E-C776B0051C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475720f5e7479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97937"/>
            <a:ext cx="24691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5" name="Google Shape;345;p31">
            <a:extLst xmlns:a="http://schemas.openxmlformats.org/drawingml/2006/main">
              <a:ext uri="{FF2B5EF4-FFF2-40B4-BE49-F238E27FC236}">
                <a16:creationId xmlns:a16="http://schemas.microsoft.com/office/drawing/2014/main" id="{42E7A252-EFCA-447A-909B-90E4BAD3DD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e1d60fce644e6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4" y="4987686"/>
            <a:ext cx="25417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6" name="Google Shape;346;p31">
            <a:extLst xmlns:a="http://schemas.openxmlformats.org/drawingml/2006/main">
              <a:ext uri="{FF2B5EF4-FFF2-40B4-BE49-F238E27FC236}">
                <a16:creationId xmlns:a16="http://schemas.microsoft.com/office/drawing/2014/main" id="{69EB370D-BE88-4B42-AE7D-85A605E4F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442a7aaaab47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5" y="4998021"/>
            <a:ext cx="42393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7" name="Google Shape;347;p31">
            <a:extLst xmlns:a="http://schemas.openxmlformats.org/drawingml/2006/main">
              <a:ext uri="{FF2B5EF4-FFF2-40B4-BE49-F238E27FC236}">
                <a16:creationId xmlns:a16="http://schemas.microsoft.com/office/drawing/2014/main" id="{44FEC1B6-E3B8-45CC-A190-2F01D60B27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cc3e31bc6a04e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998021"/>
            <a:ext cx="45258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8" name="Google Shape;348;p31">
            <a:extLst xmlns:a="http://schemas.openxmlformats.org/drawingml/2006/main">
              <a:ext uri="{FF2B5EF4-FFF2-40B4-BE49-F238E27FC236}">
                <a16:creationId xmlns:a16="http://schemas.microsoft.com/office/drawing/2014/main" id="{FC58E165-732A-47ED-B498-963C3374C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c0a7be24f64a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98011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9" name="Google Shape;349;p31">
            <a:extLst xmlns:a="http://schemas.openxmlformats.org/drawingml/2006/main">
              <a:ext uri="{FF2B5EF4-FFF2-40B4-BE49-F238E27FC236}">
                <a16:creationId xmlns:a16="http://schemas.microsoft.com/office/drawing/2014/main" id="{C5B6B9ED-4E62-4606-BB36-437AFCE1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89" y="4754919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1">
            <a:extLst xmlns:a="http://schemas.openxmlformats.org/drawingml/2006/main">
              <a:ext uri="{FF2B5EF4-FFF2-40B4-BE49-F238E27FC236}">
                <a16:creationId xmlns:a16="http://schemas.microsoft.com/office/drawing/2014/main" id="{5F4BD62F-57C8-4DBA-A5BF-12482144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89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1">
            <a:extLst xmlns:a="http://schemas.openxmlformats.org/drawingml/2006/main">
              <a:ext uri="{FF2B5EF4-FFF2-40B4-BE49-F238E27FC236}">
                <a16:creationId xmlns:a16="http://schemas.microsoft.com/office/drawing/2014/main" id="{2242E675-40EB-4E1D-A7EF-A721C07E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89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1">
            <a:extLst xmlns:a="http://schemas.openxmlformats.org/drawingml/2006/main">
              <a:ext uri="{FF2B5EF4-FFF2-40B4-BE49-F238E27FC236}">
                <a16:creationId xmlns:a16="http://schemas.microsoft.com/office/drawing/2014/main" id="{E524C70D-0099-4EBE-A336-96578361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89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1">
            <a:extLst xmlns:a="http://schemas.openxmlformats.org/drawingml/2006/main">
              <a:ext uri="{FF2B5EF4-FFF2-40B4-BE49-F238E27FC236}">
                <a16:creationId xmlns:a16="http://schemas.microsoft.com/office/drawing/2014/main" id="{A48F7CC9-5930-426B-B440-05BD724F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89" y="4745273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1">
            <a:extLst xmlns:a="http://schemas.openxmlformats.org/drawingml/2006/main">
              <a:ext uri="{FF2B5EF4-FFF2-40B4-BE49-F238E27FC236}">
                <a16:creationId xmlns:a16="http://schemas.microsoft.com/office/drawing/2014/main" id="{FB845CFA-D6B3-46A8-BEF5-9B0E0F02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231" y="4791075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1">
            <a:extLst xmlns:a="http://schemas.openxmlformats.org/drawingml/2006/main">
              <a:ext uri="{FF2B5EF4-FFF2-40B4-BE49-F238E27FC236}">
                <a16:creationId xmlns:a16="http://schemas.microsoft.com/office/drawing/2014/main" id="{CC21B05B-2956-4FE9-9494-79CE5EF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231" y="4791075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3" name="Google Shape;363;p31">
            <a:extLst xmlns:a="http://schemas.openxmlformats.org/drawingml/2006/main">
              <a:ext uri="{FF2B5EF4-FFF2-40B4-BE49-F238E27FC236}">
                <a16:creationId xmlns:a16="http://schemas.microsoft.com/office/drawing/2014/main" id="{953903F6-8AC9-4C21-B4B2-FF423A53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8" y="4779169"/>
            <a:ext cx="2223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8791DFA5-036A-4DFE-AB87-B969B09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23456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6" name="Google Shape;476;p33">
            <a:extLst xmlns:a="http://schemas.openxmlformats.org/drawingml/2006/main">
              <a:ext uri="{FF2B5EF4-FFF2-40B4-BE49-F238E27FC236}">
                <a16:creationId xmlns:a16="http://schemas.microsoft.com/office/drawing/2014/main" id="{99D133D9-5C2E-4465-97A7-482894624A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5d23ecaaf2404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7" name="Google Shape;477;p33">
            <a:extLst xmlns:a="http://schemas.openxmlformats.org/drawingml/2006/main">
              <a:ext uri="{FF2B5EF4-FFF2-40B4-BE49-F238E27FC236}">
                <a16:creationId xmlns:a16="http://schemas.microsoft.com/office/drawing/2014/main" id="{9928BEB9-5172-4C0D-84D0-5FB4FE82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62500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33">
            <a:extLst xmlns:a="http://schemas.openxmlformats.org/drawingml/2006/main">
              <a:ext uri="{FF2B5EF4-FFF2-40B4-BE49-F238E27FC236}">
                <a16:creationId xmlns:a16="http://schemas.microsoft.com/office/drawing/2014/main" id="{341DAD43-40A9-416B-A13E-11F7C4104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02f776804c4e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4674161"/>
            <a:ext cx="297010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9" name="Google Shape;479;p33">
            <a:extLst xmlns:a="http://schemas.openxmlformats.org/drawingml/2006/main">
              <a:ext uri="{FF2B5EF4-FFF2-40B4-BE49-F238E27FC236}">
                <a16:creationId xmlns:a16="http://schemas.microsoft.com/office/drawing/2014/main" id="{CF215B57-4828-4AA0-B0AA-4837C65CB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ef0460711144e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97946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0" name="Google Shape;480;p33">
            <a:extLst xmlns:a="http://schemas.openxmlformats.org/drawingml/2006/main">
              <a:ext uri="{FF2B5EF4-FFF2-40B4-BE49-F238E27FC236}">
                <a16:creationId xmlns:a16="http://schemas.microsoft.com/office/drawing/2014/main" id="{69E84062-8E85-43F8-9023-EBD68AAE5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9ac3ef314f43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13" y="4998895"/>
            <a:ext cx="38935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1" name="Google Shape;481;p33">
            <a:extLst xmlns:a="http://schemas.openxmlformats.org/drawingml/2006/main">
              <a:ext uri="{FF2B5EF4-FFF2-40B4-BE49-F238E27FC236}">
                <a16:creationId xmlns:a16="http://schemas.microsoft.com/office/drawing/2014/main" id="{F883C347-BFB3-444A-AE2A-6EDB6D93E5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15b893081747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6" y="4998021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2" name="Google Shape;482;p33">
            <a:extLst xmlns:a="http://schemas.openxmlformats.org/drawingml/2006/main">
              <a:ext uri="{FF2B5EF4-FFF2-40B4-BE49-F238E27FC236}">
                <a16:creationId xmlns:a16="http://schemas.microsoft.com/office/drawing/2014/main" id="{61C3776F-AA80-489E-91B0-836B081B7F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327029ffd4482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19" y="4998021"/>
            <a:ext cx="42390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3" name="Google Shape;483;p33">
            <a:extLst xmlns:a="http://schemas.openxmlformats.org/drawingml/2006/main">
              <a:ext uri="{FF2B5EF4-FFF2-40B4-BE49-F238E27FC236}">
                <a16:creationId xmlns:a16="http://schemas.microsoft.com/office/drawing/2014/main" id="{19095CBE-93C1-4228-B95B-AA6F2D9FA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1f3b5539be41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97937"/>
            <a:ext cx="24691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4" name="Google Shape;484;p33">
            <a:extLst xmlns:a="http://schemas.openxmlformats.org/drawingml/2006/main">
              <a:ext uri="{FF2B5EF4-FFF2-40B4-BE49-F238E27FC236}">
                <a16:creationId xmlns:a16="http://schemas.microsoft.com/office/drawing/2014/main" id="{345A89DE-7B3F-4880-8935-BA933818CE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de5b4b30ca47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6" y="4987686"/>
            <a:ext cx="25419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5" name="Google Shape;485;p33">
            <a:extLst xmlns:a="http://schemas.openxmlformats.org/drawingml/2006/main">
              <a:ext uri="{FF2B5EF4-FFF2-40B4-BE49-F238E27FC236}">
                <a16:creationId xmlns:a16="http://schemas.microsoft.com/office/drawing/2014/main" id="{784479BC-29C5-4B7F-AF95-86BD110DA7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0219db286244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5" y="4998021"/>
            <a:ext cx="42390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6" name="Google Shape;486;p33">
            <a:extLst xmlns:a="http://schemas.openxmlformats.org/drawingml/2006/main">
              <a:ext uri="{FF2B5EF4-FFF2-40B4-BE49-F238E27FC236}">
                <a16:creationId xmlns:a16="http://schemas.microsoft.com/office/drawing/2014/main" id="{07E2B7FD-79A3-44AF-81EE-809DAD877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b1e578feafe42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998021"/>
            <a:ext cx="45258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7" name="Google Shape;487;p33">
            <a:extLst xmlns:a="http://schemas.openxmlformats.org/drawingml/2006/main">
              <a:ext uri="{FF2B5EF4-FFF2-40B4-BE49-F238E27FC236}">
                <a16:creationId xmlns:a16="http://schemas.microsoft.com/office/drawing/2014/main" id="{25D8062E-DC96-4D8C-97B4-64804C47E3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835cfe452444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98011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8" name="Google Shape;488;p33">
            <a:extLst xmlns:a="http://schemas.openxmlformats.org/drawingml/2006/main">
              <a:ext uri="{FF2B5EF4-FFF2-40B4-BE49-F238E27FC236}">
                <a16:creationId xmlns:a16="http://schemas.microsoft.com/office/drawing/2014/main" id="{8D5669C9-4D69-479F-ABDF-4F7158F1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54919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3">
            <a:extLst xmlns:a="http://schemas.openxmlformats.org/drawingml/2006/main">
              <a:ext uri="{FF2B5EF4-FFF2-40B4-BE49-F238E27FC236}">
                <a16:creationId xmlns:a16="http://schemas.microsoft.com/office/drawing/2014/main" id="{E91C01BA-745C-4340-9EDF-C9708A31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3">
            <a:extLst xmlns:a="http://schemas.openxmlformats.org/drawingml/2006/main">
              <a:ext uri="{FF2B5EF4-FFF2-40B4-BE49-F238E27FC236}">
                <a16:creationId xmlns:a16="http://schemas.microsoft.com/office/drawing/2014/main" id="{15C04527-6AEC-4A7A-83FA-CEE86F1A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3">
            <a:extLst xmlns:a="http://schemas.openxmlformats.org/drawingml/2006/main">
              <a:ext uri="{FF2B5EF4-FFF2-40B4-BE49-F238E27FC236}">
                <a16:creationId xmlns:a16="http://schemas.microsoft.com/office/drawing/2014/main" id="{3FD8D0B6-B4D7-4D69-93BA-ED4A744E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3">
            <a:extLst xmlns:a="http://schemas.openxmlformats.org/drawingml/2006/main">
              <a:ext uri="{FF2B5EF4-FFF2-40B4-BE49-F238E27FC236}">
                <a16:creationId xmlns:a16="http://schemas.microsoft.com/office/drawing/2014/main" id="{7442DBC4-9AC0-4F66-B2B8-606EF31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273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">
            <a:extLst xmlns:a="http://schemas.openxmlformats.org/drawingml/2006/main">
              <a:ext uri="{FF2B5EF4-FFF2-40B4-BE49-F238E27FC236}">
                <a16:creationId xmlns:a16="http://schemas.microsoft.com/office/drawing/2014/main" id="{0A0CC90D-ED87-4542-99E0-12FBB77B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7" y="4791075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3">
            <a:extLst xmlns:a="http://schemas.openxmlformats.org/drawingml/2006/main">
              <a:ext uri="{FF2B5EF4-FFF2-40B4-BE49-F238E27FC236}">
                <a16:creationId xmlns:a16="http://schemas.microsoft.com/office/drawing/2014/main" id="{762B3EF0-33E8-4CC9-8482-0E720EE6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7" y="4791075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2" name="Google Shape;502;p33">
            <a:extLst xmlns:a="http://schemas.openxmlformats.org/drawingml/2006/main">
              <a:ext uri="{FF2B5EF4-FFF2-40B4-BE49-F238E27FC236}">
                <a16:creationId xmlns:a16="http://schemas.microsoft.com/office/drawing/2014/main" id="{DC67E348-3B16-4CA3-8F52-9BAFBB62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746" y="4779169"/>
            <a:ext cx="2271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3" name="Google Shape;503;p33">
            <a:extLst xmlns:a="http://schemas.openxmlformats.org/drawingml/2006/main">
              <a:ext uri="{FF2B5EF4-FFF2-40B4-BE49-F238E27FC236}">
                <a16:creationId xmlns:a16="http://schemas.microsoft.com/office/drawing/2014/main" id="{15D4A06B-AADE-4ED4-8A91-AE646119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1" y="847725"/>
            <a:ext cx="7734300" cy="29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">
            <a:extLst xmlns:a="http://schemas.openxmlformats.org/drawingml/2006/main">
              <a:ext uri="{FF2B5EF4-FFF2-40B4-BE49-F238E27FC236}">
                <a16:creationId xmlns:a16="http://schemas.microsoft.com/office/drawing/2014/main" id="{ED77D74A-8FE9-4C60-94FB-0A158A7E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47725"/>
            <a:ext cx="8402400" cy="5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Inter"/>
              <a:buNone/>
            </a:pPr>
            <a:r>
              <a:rPr sz="27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Skin access models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5" name="Google Shape;505;p33">
            <a:extLst xmlns:a="http://schemas.openxmlformats.org/drawingml/2006/main">
              <a:ext uri="{FF2B5EF4-FFF2-40B4-BE49-F238E27FC236}">
                <a16:creationId xmlns:a16="http://schemas.microsoft.com/office/drawing/2014/main" id="{19F83BB0-5FFC-4F24-99F8-72991F72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1" y="1643063"/>
            <a:ext cx="7734300" cy="21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>
            <a:extLst xmlns:a="http://schemas.openxmlformats.org/drawingml/2006/main">
              <a:ext uri="{FF2B5EF4-FFF2-40B4-BE49-F238E27FC236}">
                <a16:creationId xmlns:a16="http://schemas.microsoft.com/office/drawing/2014/main" id="{52B3B17C-67E1-49BD-A635-7F01B4A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1" y="1643063"/>
            <a:ext cx="2387700" cy="21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3">
            <a:extLst xmlns:a="http://schemas.openxmlformats.org/drawingml/2006/main">
              <a:ext uri="{FF2B5EF4-FFF2-40B4-BE49-F238E27FC236}">
                <a16:creationId xmlns:a16="http://schemas.microsoft.com/office/drawing/2014/main" id="{16C303C2-F7B0-464F-91EF-AD8057C4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1" y="1643063"/>
            <a:ext cx="151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3">
            <a:extLst xmlns:a="http://schemas.openxmlformats.org/drawingml/2006/main">
              <a:ext uri="{FF2B5EF4-FFF2-40B4-BE49-F238E27FC236}">
                <a16:creationId xmlns:a16="http://schemas.microsoft.com/office/drawing/2014/main" id="{1E081A8D-F9B0-4A99-82A6-D4ED1C16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00" y="1869374"/>
            <a:ext cx="29850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/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0" name="Google Shape;510;p33">
            <a:extLst xmlns:a="http://schemas.openxmlformats.org/drawingml/2006/main">
              <a:ext uri="{FF2B5EF4-FFF2-40B4-BE49-F238E27FC236}">
                <a16:creationId xmlns:a16="http://schemas.microsoft.com/office/drawing/2014/main" id="{CCBD8CDE-A653-4DEE-B2EF-5A1470CF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6" y="1743075"/>
            <a:ext cx="1109700" cy="4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Coin shop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Current UI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1" name="Google Shape;511;p33">
            <a:extLst xmlns:a="http://schemas.openxmlformats.org/drawingml/2006/main">
              <a:ext uri="{FF2B5EF4-FFF2-40B4-BE49-F238E27FC236}">
                <a16:creationId xmlns:a16="http://schemas.microsoft.com/office/drawing/2014/main" id="{7FF01549-C797-427D-ADE6-08745D91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1" y="2547938"/>
            <a:ext cx="2387700" cy="12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>
            <a:extLst xmlns:a="http://schemas.openxmlformats.org/drawingml/2006/main">
              <a:ext uri="{FF2B5EF4-FFF2-40B4-BE49-F238E27FC236}">
                <a16:creationId xmlns:a16="http://schemas.microsoft.com/office/drawing/2014/main" id="{9CDFB0EB-967F-4E73-AF52-EE626C04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1" y="2547938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3">
            <a:extLst xmlns:a="http://schemas.openxmlformats.org/drawingml/2006/main">
              <a:ext uri="{FF2B5EF4-FFF2-40B4-BE49-F238E27FC236}">
                <a16:creationId xmlns:a16="http://schemas.microsoft.com/office/drawing/2014/main" id="{F17A0E5C-E99E-42BD-8EB2-8037EFA7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6" y="2547938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Prices in game currency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16" name="Google Shape;516;p33">
            <a:extLst xmlns:a="http://schemas.openxmlformats.org/drawingml/2006/main">
              <a:ext uri="{FF2B5EF4-FFF2-40B4-BE49-F238E27FC236}">
                <a16:creationId xmlns:a16="http://schemas.microsoft.com/office/drawing/2014/main" id="{3F422D28-6E50-4685-86D0-C49CBC3E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1" y="3057525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3">
            <a:extLst xmlns:a="http://schemas.openxmlformats.org/drawingml/2006/main">
              <a:ext uri="{FF2B5EF4-FFF2-40B4-BE49-F238E27FC236}">
                <a16:creationId xmlns:a16="http://schemas.microsoft.com/office/drawing/2014/main" id="{68CBCFD2-8FB8-4224-BC73-A5654F3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6" y="3057525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Skin selection interface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0" name="Google Shape;520;p33">
            <a:extLst xmlns:a="http://schemas.openxmlformats.org/drawingml/2006/main">
              <a:ext uri="{FF2B5EF4-FFF2-40B4-BE49-F238E27FC236}">
                <a16:creationId xmlns:a16="http://schemas.microsoft.com/office/drawing/2014/main" id="{01620846-6DC2-499E-B763-300660C6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1" y="3567113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3">
            <a:extLst xmlns:a="http://schemas.openxmlformats.org/drawingml/2006/main">
              <a:ext uri="{FF2B5EF4-FFF2-40B4-BE49-F238E27FC236}">
                <a16:creationId xmlns:a16="http://schemas.microsoft.com/office/drawing/2014/main" id="{1586B0C9-37AE-4E5F-A68C-CD3B3439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6" y="3567113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Purchases need backend wiring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4" name="Google Shape;524;p33">
            <a:extLst xmlns:a="http://schemas.openxmlformats.org/drawingml/2006/main">
              <a:ext uri="{FF2B5EF4-FFF2-40B4-BE49-F238E27FC236}">
                <a16:creationId xmlns:a16="http://schemas.microsoft.com/office/drawing/2014/main" id="{FA1F51B6-715A-4B2C-909C-441AE65D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4" y="1643063"/>
            <a:ext cx="2387700" cy="21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3">
            <a:extLst xmlns:a="http://schemas.openxmlformats.org/drawingml/2006/main">
              <a:ext uri="{FF2B5EF4-FFF2-40B4-BE49-F238E27FC236}">
                <a16:creationId xmlns:a16="http://schemas.microsoft.com/office/drawing/2014/main" id="{E98D01B3-64FC-482B-B871-861124AC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4" y="1643063"/>
            <a:ext cx="151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3">
            <a:extLst xmlns:a="http://schemas.openxmlformats.org/drawingml/2006/main">
              <a:ext uri="{FF2B5EF4-FFF2-40B4-BE49-F238E27FC236}">
                <a16:creationId xmlns:a16="http://schemas.microsoft.com/office/drawing/2014/main" id="{B5A4481B-4056-49B5-93B3-16A63988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653" y="1869374"/>
            <a:ext cx="29850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/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8" name="Google Shape;528;p33">
            <a:extLst xmlns:a="http://schemas.openxmlformats.org/drawingml/2006/main">
              <a:ext uri="{FF2B5EF4-FFF2-40B4-BE49-F238E27FC236}">
                <a16:creationId xmlns:a16="http://schemas.microsoft.com/office/drawing/2014/main" id="{B632466A-E5D8-49C7-9EF6-7B631ABE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480" y="1743075"/>
            <a:ext cx="1109700" cy="4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Token purchase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Alternative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9" name="Google Shape;529;p33">
            <a:extLst xmlns:a="http://schemas.openxmlformats.org/drawingml/2006/main">
              <a:ext uri="{FF2B5EF4-FFF2-40B4-BE49-F238E27FC236}">
                <a16:creationId xmlns:a16="http://schemas.microsoft.com/office/drawing/2014/main" id="{A8ECBA9B-EEDC-49B4-8EA5-4028092A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4" y="2547938"/>
            <a:ext cx="2387700" cy="12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3">
            <a:extLst xmlns:a="http://schemas.openxmlformats.org/drawingml/2006/main">
              <a:ext uri="{FF2B5EF4-FFF2-40B4-BE49-F238E27FC236}">
                <a16:creationId xmlns:a16="http://schemas.microsoft.com/office/drawing/2014/main" id="{75DB4B17-C294-4AF9-8E32-1CD11822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4" y="2547938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">
            <a:extLst xmlns:a="http://schemas.openxmlformats.org/drawingml/2006/main">
              <a:ext uri="{FF2B5EF4-FFF2-40B4-BE49-F238E27FC236}">
                <a16:creationId xmlns:a16="http://schemas.microsoft.com/office/drawing/2014/main" id="{7B993692-25D4-4118-8AB0-93BCC2FD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779" y="2547938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Spend tokens for an item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4" name="Google Shape;534;p33">
            <a:extLst xmlns:a="http://schemas.openxmlformats.org/drawingml/2006/main">
              <a:ext uri="{FF2B5EF4-FFF2-40B4-BE49-F238E27FC236}">
                <a16:creationId xmlns:a16="http://schemas.microsoft.com/office/drawing/2014/main" id="{7D2015E1-D4E2-4AE4-A730-04296176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4" y="3057525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3">
            <a:extLst xmlns:a="http://schemas.openxmlformats.org/drawingml/2006/main">
              <a:ext uri="{FF2B5EF4-FFF2-40B4-BE49-F238E27FC236}">
                <a16:creationId xmlns:a16="http://schemas.microsoft.com/office/drawing/2014/main" id="{5379A356-C942-4104-BE0E-699EAA74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779" y="3057525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Payment changes the balance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8" name="Google Shape;538;p33">
            <a:extLst xmlns:a="http://schemas.openxmlformats.org/drawingml/2006/main">
              <a:ext uri="{FF2B5EF4-FFF2-40B4-BE49-F238E27FC236}">
                <a16:creationId xmlns:a16="http://schemas.microsoft.com/office/drawing/2014/main" id="{9F923168-1B8A-4341-ABB3-5A51F085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04" y="3567113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3">
            <a:extLst xmlns:a="http://schemas.openxmlformats.org/drawingml/2006/main">
              <a:ext uri="{FF2B5EF4-FFF2-40B4-BE49-F238E27FC236}">
                <a16:creationId xmlns:a16="http://schemas.microsoft.com/office/drawing/2014/main" id="{33BCE0B0-2981-434E-B8F6-4D1C18D0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779" y="3567113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Not the planned SNAKE 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2" name="Google Shape;542;p33">
            <a:extLst xmlns:a="http://schemas.openxmlformats.org/drawingml/2006/main">
              <a:ext uri="{FF2B5EF4-FFF2-40B4-BE49-F238E27FC236}">
                <a16:creationId xmlns:a16="http://schemas.microsoft.com/office/drawing/2014/main" id="{096871F5-F5E1-44FA-9747-0C3CB8BD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57" y="1643063"/>
            <a:ext cx="2387700" cy="21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">
            <a:extLst xmlns:a="http://schemas.openxmlformats.org/drawingml/2006/main">
              <a:ext uri="{FF2B5EF4-FFF2-40B4-BE49-F238E27FC236}">
                <a16:creationId xmlns:a16="http://schemas.microsoft.com/office/drawing/2014/main" id="{9E525329-F249-4A5E-BBC4-FF0B2518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57" y="1643063"/>
            <a:ext cx="151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3">
            <a:extLst xmlns:a="http://schemas.openxmlformats.org/drawingml/2006/main">
              <a:ext uri="{FF2B5EF4-FFF2-40B4-BE49-F238E27FC236}">
                <a16:creationId xmlns:a16="http://schemas.microsoft.com/office/drawing/2014/main" id="{EC53F6F7-E4DC-43BF-AFFC-C76C493A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006" y="1869374"/>
            <a:ext cx="298500" cy="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/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6" name="Google Shape;546;p33">
            <a:extLst xmlns:a="http://schemas.openxmlformats.org/drawingml/2006/main">
              <a:ext uri="{FF2B5EF4-FFF2-40B4-BE49-F238E27FC236}">
                <a16:creationId xmlns:a16="http://schemas.microsoft.com/office/drawing/2014/main" id="{844097E9-6145-44DD-95B6-D1A65820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833" y="1743075"/>
            <a:ext cx="1109700" cy="4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Hold SNAKE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Planned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7" name="Google Shape;547;p33">
            <a:extLst xmlns:a="http://schemas.openxmlformats.org/drawingml/2006/main">
              <a:ext uri="{FF2B5EF4-FFF2-40B4-BE49-F238E27FC236}">
                <a16:creationId xmlns:a16="http://schemas.microsoft.com/office/drawing/2014/main" id="{5937BF1A-7451-4D83-9FEA-B81941E1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57" y="2547938"/>
            <a:ext cx="2387700" cy="12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>
            <a:extLst xmlns:a="http://schemas.openxmlformats.org/drawingml/2006/main">
              <a:ext uri="{FF2B5EF4-FFF2-40B4-BE49-F238E27FC236}">
                <a16:creationId xmlns:a16="http://schemas.microsoft.com/office/drawing/2014/main" id="{72880AD3-EFE7-4130-BBD9-1824CECB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57" y="2547938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3">
            <a:extLst xmlns:a="http://schemas.openxmlformats.org/drawingml/2006/main">
              <a:ext uri="{FF2B5EF4-FFF2-40B4-BE49-F238E27FC236}">
                <a16:creationId xmlns:a16="http://schemas.microsoft.com/office/drawing/2014/main" id="{A19EE30A-0AD8-429E-802E-A8C0A12B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133" y="2547938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Read the wallet token balance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2" name="Google Shape;552;p33">
            <a:extLst xmlns:a="http://schemas.openxmlformats.org/drawingml/2006/main">
              <a:ext uri="{FF2B5EF4-FFF2-40B4-BE49-F238E27FC236}">
                <a16:creationId xmlns:a16="http://schemas.microsoft.com/office/drawing/2014/main" id="{84F781FD-9B0A-4177-B8CC-2CCC2E15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57" y="3057525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3">
            <a:extLst xmlns:a="http://schemas.openxmlformats.org/drawingml/2006/main">
              <a:ext uri="{FF2B5EF4-FFF2-40B4-BE49-F238E27FC236}">
                <a16:creationId xmlns:a16="http://schemas.microsoft.com/office/drawing/2014/main" id="{39A92844-1B09-4221-AD4C-7850FAE3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133" y="3057525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Unlock eligible cosmetic skins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6" name="Google Shape;556;p33">
            <a:extLst xmlns:a="http://schemas.openxmlformats.org/drawingml/2006/main">
              <a:ext uri="{FF2B5EF4-FFF2-40B4-BE49-F238E27FC236}">
                <a16:creationId xmlns:a16="http://schemas.microsoft.com/office/drawing/2014/main" id="{FF450BAC-6048-4E78-BEB5-7AA7C26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57" y="3567113"/>
            <a:ext cx="2387700" cy="2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">
            <a:extLst xmlns:a="http://schemas.openxmlformats.org/drawingml/2006/main">
              <a:ext uri="{FF2B5EF4-FFF2-40B4-BE49-F238E27FC236}">
                <a16:creationId xmlns:a16="http://schemas.microsoft.com/office/drawing/2014/main" id="{D60E4076-2998-43D8-8B83-8BF3B182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133" y="3567113"/>
            <a:ext cx="20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900"/>
              <a:buFont typeface="Archivo SemiBold"/>
              <a:buNone/>
              <a:defRPr sz="1125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125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Tokens stay in the wallet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0" name="">
            <a:extLst xmlns:a="http://schemas.openxmlformats.org/drawingml/2006/main">
              <a:ext uri="{FF2B5EF4-FFF2-40B4-BE49-F238E27FC236}">
                <a16:creationId xmlns:a16="http://schemas.microsoft.com/office/drawing/2014/main" id="{3E489DBE-7F8C-4AB7-A72E-26B2CB47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  <p:sp>
        <p:nvSpPr>
          <p:cNvPr id="561" name="">
            <a:extLst xmlns:a="http://schemas.openxmlformats.org/drawingml/2006/main">
              <a:ext uri="{FF2B5EF4-FFF2-40B4-BE49-F238E27FC236}">
                <a16:creationId xmlns:a16="http://schemas.microsoft.com/office/drawing/2014/main" id="{A4D0F9E2-750C-4BF3-B42B-952A5A66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5810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  <p:sp>
        <p:nvSpPr>
          <p:cNvPr id="562" name="">
            <a:extLst xmlns:a="http://schemas.openxmlformats.org/drawingml/2006/main">
              <a:ext uri="{FF2B5EF4-FFF2-40B4-BE49-F238E27FC236}">
                <a16:creationId xmlns:a16="http://schemas.microsoft.com/office/drawing/2014/main" id="{A2FBEBBD-1650-468A-A67E-18C57D2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232" y="1638300"/>
            <a:ext cx="5810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  <p:sp>
        <p:nvSpPr>
          <p:cNvPr id="563" name="">
            <a:extLst xmlns:a="http://schemas.openxmlformats.org/drawingml/2006/main">
              <a:ext uri="{FF2B5EF4-FFF2-40B4-BE49-F238E27FC236}">
                <a16:creationId xmlns:a16="http://schemas.microsoft.com/office/drawing/2014/main" id="{EC5666BF-3AA5-46B6-9579-29724292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518" y="1638300"/>
            <a:ext cx="5810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33651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4" name="Google Shape;644;p35">
            <a:extLst xmlns:a="http://schemas.openxmlformats.org/drawingml/2006/main">
              <a:ext uri="{FF2B5EF4-FFF2-40B4-BE49-F238E27FC236}">
                <a16:creationId xmlns:a16="http://schemas.microsoft.com/office/drawing/2014/main" id="{AB6CA7F6-779D-491D-A79E-815877B31D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0b49a54f394f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45" name="Google Shape;645;p35">
            <a:extLst xmlns:a="http://schemas.openxmlformats.org/drawingml/2006/main">
              <a:ext uri="{FF2B5EF4-FFF2-40B4-BE49-F238E27FC236}">
                <a16:creationId xmlns:a16="http://schemas.microsoft.com/office/drawing/2014/main" id="{3550599C-01A9-4241-B21E-B042EE3D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762000"/>
            <a:ext cx="4533900" cy="294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5">
            <a:extLst xmlns:a="http://schemas.openxmlformats.org/drawingml/2006/main">
              <a:ext uri="{FF2B5EF4-FFF2-40B4-BE49-F238E27FC236}">
                <a16:creationId xmlns:a16="http://schemas.microsoft.com/office/drawing/2014/main" id="{C86D3818-6F11-4E07-854D-26DCADAC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762000"/>
            <a:ext cx="4660800" cy="95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sz="30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Play first.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sz="30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Hold SNAKE for skins.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7" name="Google Shape;647;p35">
            <a:extLst xmlns:a="http://schemas.openxmlformats.org/drawingml/2006/main">
              <a:ext uri="{FF2B5EF4-FFF2-40B4-BE49-F238E27FC236}">
                <a16:creationId xmlns:a16="http://schemas.microsoft.com/office/drawing/2014/main" id="{95C29160-D9D4-4C0B-911D-2E049CBB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971675"/>
            <a:ext cx="5481600" cy="17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5">
            <a:extLst xmlns:a="http://schemas.openxmlformats.org/drawingml/2006/main">
              <a:ext uri="{FF2B5EF4-FFF2-40B4-BE49-F238E27FC236}">
                <a16:creationId xmlns:a16="http://schemas.microsoft.com/office/drawing/2014/main" id="{738AF107-05B7-4FA7-92DC-F7B187C0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971675"/>
            <a:ext cx="54816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9" name="Google Shape;649;p35">
            <a:extLst xmlns:a="http://schemas.openxmlformats.org/drawingml/2006/main">
              <a:ext uri="{FF2B5EF4-FFF2-40B4-BE49-F238E27FC236}">
                <a16:creationId xmlns:a16="http://schemas.microsoft.com/office/drawing/2014/main" id="{83114BC0-811F-429C-B58A-6999D8801A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2d13f17c054a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1971675"/>
            <a:ext cx="161925" cy="2285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0" name="Google Shape;650;p35">
            <a:extLst xmlns:a="http://schemas.openxmlformats.org/drawingml/2006/main">
              <a:ext uri="{FF2B5EF4-FFF2-40B4-BE49-F238E27FC236}">
                <a16:creationId xmlns:a16="http://schemas.microsoft.com/office/drawing/2014/main" id="{5B7C4B38-BE65-4C2A-B39D-45A3DF28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1971675"/>
            <a:ext cx="5224500" cy="4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Live: open SolSnake and invite friends with a room code.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1" name="Google Shape;651;p35">
            <a:extLst xmlns:a="http://schemas.openxmlformats.org/drawingml/2006/main">
              <a:ext uri="{FF2B5EF4-FFF2-40B4-BE49-F238E27FC236}">
                <a16:creationId xmlns:a16="http://schemas.microsoft.com/office/drawing/2014/main" id="{C7778FA5-BF53-4EB7-A862-9EB599C5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562225"/>
            <a:ext cx="54816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2" name="Google Shape;652;p35">
            <a:extLst xmlns:a="http://schemas.openxmlformats.org/drawingml/2006/main">
              <a:ext uri="{FF2B5EF4-FFF2-40B4-BE49-F238E27FC236}">
                <a16:creationId xmlns:a16="http://schemas.microsoft.com/office/drawing/2014/main" id="{4FDD257B-F280-4456-8227-7BCBCA7B1A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2d13f17c054a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2562225"/>
            <a:ext cx="161925" cy="2285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3" name="Google Shape;653;p35">
            <a:extLst xmlns:a="http://schemas.openxmlformats.org/drawingml/2006/main">
              <a:ext uri="{FF2B5EF4-FFF2-40B4-BE49-F238E27FC236}">
                <a16:creationId xmlns:a16="http://schemas.microsoft.com/office/drawing/2014/main" id="{C9DC5B8B-88D8-40EC-ABA2-D758BD6A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2562225"/>
            <a:ext cx="5224500" cy="4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Planned: connect a wallet and verify its SNAKE balance.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54" name="Google Shape;654;p35">
            <a:extLst xmlns:a="http://schemas.openxmlformats.org/drawingml/2006/main">
              <a:ext uri="{FF2B5EF4-FFF2-40B4-BE49-F238E27FC236}">
                <a16:creationId xmlns:a16="http://schemas.microsoft.com/office/drawing/2014/main" id="{FA7E8670-AEF8-445C-8108-73BD6831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3152775"/>
            <a:ext cx="5481600" cy="5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5" name="Google Shape;655;p35">
            <a:extLst xmlns:a="http://schemas.openxmlformats.org/drawingml/2006/main">
              <a:ext uri="{FF2B5EF4-FFF2-40B4-BE49-F238E27FC236}">
                <a16:creationId xmlns:a16="http://schemas.microsoft.com/office/drawing/2014/main" id="{DB54C7C4-2319-40CA-91DA-C165DD4058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62d13f17c054ab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3152775"/>
            <a:ext cx="161925" cy="2285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6" name="Google Shape;656;p35">
            <a:extLst xmlns:a="http://schemas.openxmlformats.org/drawingml/2006/main">
              <a:ext uri="{FF2B5EF4-FFF2-40B4-BE49-F238E27FC236}">
                <a16:creationId xmlns:a16="http://schemas.microsoft.com/office/drawing/2014/main" id="{34AF9590-9DBB-48B1-AAA5-8859294B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3152775"/>
            <a:ext cx="52245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Planned: the balance determines which cosmetic skins are available.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657" name="Google Shape;657;p35">
            <a:extLst xmlns:a="http://schemas.openxmlformats.org/drawingml/2006/main">
              <a:ext uri="{FF2B5EF4-FFF2-40B4-BE49-F238E27FC236}">
                <a16:creationId xmlns:a16="http://schemas.microsoft.com/office/drawing/2014/main" id="{C36AF4A7-E134-4D31-8BE1-8CB4EF782D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72a7d9adde47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70595" y="2123963"/>
            <a:ext cx="2472340" cy="24572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58" name="Google Shape;658;p35">
            <a:extLst xmlns:a="http://schemas.openxmlformats.org/drawingml/2006/main">
              <a:ext uri="{FF2B5EF4-FFF2-40B4-BE49-F238E27FC236}">
                <a16:creationId xmlns:a16="http://schemas.microsoft.com/office/drawing/2014/main" id="{AEA8538F-72D6-4417-86F0-9CAEC724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62500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9" name="Google Shape;659;p35">
            <a:extLst xmlns:a="http://schemas.openxmlformats.org/drawingml/2006/main">
              <a:ext uri="{FF2B5EF4-FFF2-40B4-BE49-F238E27FC236}">
                <a16:creationId xmlns:a16="http://schemas.microsoft.com/office/drawing/2014/main" id="{EC13BBD0-3D05-4F2B-B3C0-EA6BB2D9F0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d244ff2d334f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4674161"/>
            <a:ext cx="297010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0" name="Google Shape;660;p35">
            <a:extLst xmlns:a="http://schemas.openxmlformats.org/drawingml/2006/main">
              <a:ext uri="{FF2B5EF4-FFF2-40B4-BE49-F238E27FC236}">
                <a16:creationId xmlns:a16="http://schemas.microsoft.com/office/drawing/2014/main" id="{D7D088B3-22E8-4079-9589-38A3648B3F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eef3fe0c3b49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97946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1" name="Google Shape;661;p35">
            <a:extLst xmlns:a="http://schemas.openxmlformats.org/drawingml/2006/main">
              <a:ext uri="{FF2B5EF4-FFF2-40B4-BE49-F238E27FC236}">
                <a16:creationId xmlns:a16="http://schemas.microsoft.com/office/drawing/2014/main" id="{342856DA-983B-46BC-8366-D1EC738847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ad6828a4914e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13" y="4998895"/>
            <a:ext cx="38935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2" name="Google Shape;662;p35">
            <a:extLst xmlns:a="http://schemas.openxmlformats.org/drawingml/2006/main">
              <a:ext uri="{FF2B5EF4-FFF2-40B4-BE49-F238E27FC236}">
                <a16:creationId xmlns:a16="http://schemas.microsoft.com/office/drawing/2014/main" id="{51014305-AC5D-43A3-9353-472241A65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4fff62d5b1409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6" y="4998021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3" name="Google Shape;663;p35">
            <a:extLst xmlns:a="http://schemas.openxmlformats.org/drawingml/2006/main">
              <a:ext uri="{FF2B5EF4-FFF2-40B4-BE49-F238E27FC236}">
                <a16:creationId xmlns:a16="http://schemas.microsoft.com/office/drawing/2014/main" id="{206CF0EA-7FC2-4D1B-B377-CEDDE79BDB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edb73b2b2948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19" y="4998021"/>
            <a:ext cx="42390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4" name="Google Shape;664;p35">
            <a:extLst xmlns:a="http://schemas.openxmlformats.org/drawingml/2006/main">
              <a:ext uri="{FF2B5EF4-FFF2-40B4-BE49-F238E27FC236}">
                <a16:creationId xmlns:a16="http://schemas.microsoft.com/office/drawing/2014/main" id="{1DA36524-9D8D-4BB6-9CEF-57D9C4B57D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fb3bd5dc4b47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97937"/>
            <a:ext cx="24691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5" name="Google Shape;665;p35">
            <a:extLst xmlns:a="http://schemas.openxmlformats.org/drawingml/2006/main">
              <a:ext uri="{FF2B5EF4-FFF2-40B4-BE49-F238E27FC236}">
                <a16:creationId xmlns:a16="http://schemas.microsoft.com/office/drawing/2014/main" id="{2273DFFB-01EA-41A3-A418-6BDA5E313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cb9c6e56934d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6" y="4987686"/>
            <a:ext cx="25419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6" name="Google Shape;666;p35">
            <a:extLst xmlns:a="http://schemas.openxmlformats.org/drawingml/2006/main">
              <a:ext uri="{FF2B5EF4-FFF2-40B4-BE49-F238E27FC236}">
                <a16:creationId xmlns:a16="http://schemas.microsoft.com/office/drawing/2014/main" id="{FE19523B-B7AD-4C22-8158-F74512D59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f491c8779643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5" y="4998021"/>
            <a:ext cx="42390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7" name="Google Shape;667;p35">
            <a:extLst xmlns:a="http://schemas.openxmlformats.org/drawingml/2006/main">
              <a:ext uri="{FF2B5EF4-FFF2-40B4-BE49-F238E27FC236}">
                <a16:creationId xmlns:a16="http://schemas.microsoft.com/office/drawing/2014/main" id="{30A53BBF-099E-403C-B6C4-0B78C8937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d3edc8e3cfb4c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998021"/>
            <a:ext cx="45258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68" name="Google Shape;668;p35">
            <a:extLst xmlns:a="http://schemas.openxmlformats.org/drawingml/2006/main">
              <a:ext uri="{FF2B5EF4-FFF2-40B4-BE49-F238E27FC236}">
                <a16:creationId xmlns:a16="http://schemas.microsoft.com/office/drawing/2014/main" id="{EAFE4304-A604-4A77-B00A-6E068A8BE1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3044ff97cb43b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98011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69" name="Google Shape;669;p35">
            <a:extLst xmlns:a="http://schemas.openxmlformats.org/drawingml/2006/main">
              <a:ext uri="{FF2B5EF4-FFF2-40B4-BE49-F238E27FC236}">
                <a16:creationId xmlns:a16="http://schemas.microsoft.com/office/drawing/2014/main" id="{6BBF8727-7143-462D-8DB2-6DB5E50B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54919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5">
            <a:extLst xmlns:a="http://schemas.openxmlformats.org/drawingml/2006/main">
              <a:ext uri="{FF2B5EF4-FFF2-40B4-BE49-F238E27FC236}">
                <a16:creationId xmlns:a16="http://schemas.microsoft.com/office/drawing/2014/main" id="{C2058E93-7DCA-4040-8A8C-4CE3951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">
            <a:extLst xmlns:a="http://schemas.openxmlformats.org/drawingml/2006/main">
              <a:ext uri="{FF2B5EF4-FFF2-40B4-BE49-F238E27FC236}">
                <a16:creationId xmlns:a16="http://schemas.microsoft.com/office/drawing/2014/main" id="{0363A759-A281-4F17-912A-6217FDAC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5">
            <a:extLst xmlns:a="http://schemas.openxmlformats.org/drawingml/2006/main">
              <a:ext uri="{FF2B5EF4-FFF2-40B4-BE49-F238E27FC236}">
                <a16:creationId xmlns:a16="http://schemas.microsoft.com/office/drawing/2014/main" id="{CA94A84A-505B-44B7-94FE-CCCF2E0E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5">
            <a:extLst xmlns:a="http://schemas.openxmlformats.org/drawingml/2006/main">
              <a:ext uri="{FF2B5EF4-FFF2-40B4-BE49-F238E27FC236}">
                <a16:creationId xmlns:a16="http://schemas.microsoft.com/office/drawing/2014/main" id="{1617A7C1-AD0B-4B21-A3F2-0D254F4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273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5">
            <a:extLst xmlns:a="http://schemas.openxmlformats.org/drawingml/2006/main">
              <a:ext uri="{FF2B5EF4-FFF2-40B4-BE49-F238E27FC236}">
                <a16:creationId xmlns:a16="http://schemas.microsoft.com/office/drawing/2014/main" id="{D756900C-E41F-4826-A01D-0BB61D2F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7" y="4791075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5">
            <a:extLst xmlns:a="http://schemas.openxmlformats.org/drawingml/2006/main">
              <a:ext uri="{FF2B5EF4-FFF2-40B4-BE49-F238E27FC236}">
                <a16:creationId xmlns:a16="http://schemas.microsoft.com/office/drawing/2014/main" id="{1BC6DAFA-6F39-49A0-A934-27D8FF34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7" y="4791075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3" name="Google Shape;683;p35">
            <a:extLst xmlns:a="http://schemas.openxmlformats.org/drawingml/2006/main">
              <a:ext uri="{FF2B5EF4-FFF2-40B4-BE49-F238E27FC236}">
                <a16:creationId xmlns:a16="http://schemas.microsoft.com/office/drawing/2014/main" id="{E8BBDF1A-BDD6-4217-B8F9-ABFB76C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746" y="4779169"/>
            <a:ext cx="2271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4" name="">
            <a:extLst xmlns:a="http://schemas.openxmlformats.org/drawingml/2006/main">
              <a:ext uri="{FF2B5EF4-FFF2-40B4-BE49-F238E27FC236}">
                <a16:creationId xmlns:a16="http://schemas.microsoft.com/office/drawing/2014/main" id="{E843541A-854C-4A30-8DC8-8819434A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62945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9" name="Google Shape;689;p36">
            <a:extLst xmlns:a="http://schemas.openxmlformats.org/drawingml/2006/main">
              <a:ext uri="{FF2B5EF4-FFF2-40B4-BE49-F238E27FC236}">
                <a16:creationId xmlns:a16="http://schemas.microsoft.com/office/drawing/2014/main" id="{85F80E5A-8434-4C24-A36E-7BC4843C7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ca39f18c1a44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90" name="Google Shape;690;p36">
            <a:extLst xmlns:a="http://schemas.openxmlformats.org/drawingml/2006/main">
              <a:ext uri="{FF2B5EF4-FFF2-40B4-BE49-F238E27FC236}">
                <a16:creationId xmlns:a16="http://schemas.microsoft.com/office/drawing/2014/main" id="{8CEE588A-266C-4F50-B3CD-BFD4DD3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1" y="1223963"/>
            <a:ext cx="5943900" cy="33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6">
            <a:extLst xmlns:a="http://schemas.openxmlformats.org/drawingml/2006/main">
              <a:ext uri="{FF2B5EF4-FFF2-40B4-BE49-F238E27FC236}">
                <a16:creationId xmlns:a16="http://schemas.microsoft.com/office/drawing/2014/main" id="{E1BE1B8A-6AB7-448E-A429-8BA835B6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890" y="395288"/>
            <a:ext cx="3319500" cy="6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6">
            <a:extLst xmlns:a="http://schemas.openxmlformats.org/drawingml/2006/main">
              <a:ext uri="{FF2B5EF4-FFF2-40B4-BE49-F238E27FC236}">
                <a16:creationId xmlns:a16="http://schemas.microsoft.com/office/drawing/2014/main" id="{C02FFF73-2D02-4B89-8E84-1D89B695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02" y="395288"/>
            <a:ext cx="1350900" cy="36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chivo"/>
              <a:buNone/>
            </a:pPr>
            <a:r>
              <a:rPr sz="20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Live demo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5" name="Google Shape;695;p36">
            <a:extLst xmlns:a="http://schemas.openxmlformats.org/drawingml/2006/main">
              <a:ext uri="{FF2B5EF4-FFF2-40B4-BE49-F238E27FC236}">
                <a16:creationId xmlns:a16="http://schemas.microsoft.com/office/drawing/2014/main" id="{8A82B300-D14F-4337-9DAD-F825D762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381" y="728663"/>
            <a:ext cx="3424500" cy="4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chivo ExtraBold"/>
              <a:buNone/>
            </a:pPr>
            <a:r>
              <a:rPr sz="25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SolSnake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6" name="Google Shape;696;p36">
            <a:extLst xmlns:a="http://schemas.openxmlformats.org/drawingml/2006/main">
              <a:ext uri="{FF2B5EF4-FFF2-40B4-BE49-F238E27FC236}">
                <a16:creationId xmlns:a16="http://schemas.microsoft.com/office/drawing/2014/main" id="{0F548848-10CC-4125-A839-FCCAECE8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52975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7" name="Google Shape;697;p36">
            <a:extLst xmlns:a="http://schemas.openxmlformats.org/drawingml/2006/main">
              <a:ext uri="{FF2B5EF4-FFF2-40B4-BE49-F238E27FC236}">
                <a16:creationId xmlns:a16="http://schemas.microsoft.com/office/drawing/2014/main" id="{C0D9A80A-67A8-4952-A565-5F4C64F32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4af8852eb443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3" y="4664636"/>
            <a:ext cx="297010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8" name="Google Shape;698;p36">
            <a:extLst xmlns:a="http://schemas.openxmlformats.org/drawingml/2006/main">
              <a:ext uri="{FF2B5EF4-FFF2-40B4-BE49-F238E27FC236}">
                <a16:creationId xmlns:a16="http://schemas.microsoft.com/office/drawing/2014/main" id="{24CE4ADD-47A1-4E48-9C57-3F10E5BADC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5c5105948f4d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88421"/>
            <a:ext cx="39234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9" name="Google Shape;699;p36">
            <a:extLst xmlns:a="http://schemas.openxmlformats.org/drawingml/2006/main">
              <a:ext uri="{FF2B5EF4-FFF2-40B4-BE49-F238E27FC236}">
                <a16:creationId xmlns:a16="http://schemas.microsoft.com/office/drawing/2014/main" id="{5E32BE24-9130-4FA7-BF28-99AB267A0B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1ad7869a61453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13" y="4989370"/>
            <a:ext cx="38934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0" name="Google Shape;700;p36">
            <a:extLst xmlns:a="http://schemas.openxmlformats.org/drawingml/2006/main">
              <a:ext uri="{FF2B5EF4-FFF2-40B4-BE49-F238E27FC236}">
                <a16:creationId xmlns:a16="http://schemas.microsoft.com/office/drawing/2014/main" id="{1EB91F00-7A91-42BA-9706-161170B1DF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06509563b844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5" y="4988496"/>
            <a:ext cx="41068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1" name="Google Shape;701;p36">
            <a:extLst xmlns:a="http://schemas.openxmlformats.org/drawingml/2006/main">
              <a:ext uri="{FF2B5EF4-FFF2-40B4-BE49-F238E27FC236}">
                <a16:creationId xmlns:a16="http://schemas.microsoft.com/office/drawing/2014/main" id="{30240049-6258-4443-81BB-7769B2EB5B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636cd3e17f45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19" y="4988496"/>
            <a:ext cx="42391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2" name="Google Shape;702;p36">
            <a:extLst xmlns:a="http://schemas.openxmlformats.org/drawingml/2006/main">
              <a:ext uri="{FF2B5EF4-FFF2-40B4-BE49-F238E27FC236}">
                <a16:creationId xmlns:a16="http://schemas.microsoft.com/office/drawing/2014/main" id="{87E23801-4392-427C-A2BD-5BC2A9C4F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d125b3efd64e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88412"/>
            <a:ext cx="24690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3" name="Google Shape;703;p36">
            <a:extLst xmlns:a="http://schemas.openxmlformats.org/drawingml/2006/main">
              <a:ext uri="{FF2B5EF4-FFF2-40B4-BE49-F238E27FC236}">
                <a16:creationId xmlns:a16="http://schemas.microsoft.com/office/drawing/2014/main" id="{5DCA54A8-3598-4C0D-A60A-D235A34EF6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cb3dd58d6e4442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6" y="4978161"/>
            <a:ext cx="25419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4" name="Google Shape;704;p36">
            <a:extLst xmlns:a="http://schemas.openxmlformats.org/drawingml/2006/main">
              <a:ext uri="{FF2B5EF4-FFF2-40B4-BE49-F238E27FC236}">
                <a16:creationId xmlns:a16="http://schemas.microsoft.com/office/drawing/2014/main" id="{A768DC02-391B-46C7-9E21-177DC7CF91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5c1c2c7add40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5" y="4988496"/>
            <a:ext cx="42391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5" name="Google Shape;705;p36">
            <a:extLst xmlns:a="http://schemas.openxmlformats.org/drawingml/2006/main">
              <a:ext uri="{FF2B5EF4-FFF2-40B4-BE49-F238E27FC236}">
                <a16:creationId xmlns:a16="http://schemas.microsoft.com/office/drawing/2014/main" id="{F38D998E-7C75-4F75-BEFC-E1E54E8F43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f174285af74d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90" y="4988496"/>
            <a:ext cx="45258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6" name="Google Shape;706;p36">
            <a:extLst xmlns:a="http://schemas.openxmlformats.org/drawingml/2006/main">
              <a:ext uri="{FF2B5EF4-FFF2-40B4-BE49-F238E27FC236}">
                <a16:creationId xmlns:a16="http://schemas.microsoft.com/office/drawing/2014/main" id="{4B95213C-0B8A-4F0A-BBE3-297B7C44F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cd375424cb45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88486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7" name="Google Shape;707;p36">
            <a:extLst xmlns:a="http://schemas.openxmlformats.org/drawingml/2006/main">
              <a:ext uri="{FF2B5EF4-FFF2-40B4-BE49-F238E27FC236}">
                <a16:creationId xmlns:a16="http://schemas.microsoft.com/office/drawing/2014/main" id="{DD4F82A0-B577-42F8-8B7F-4393AFA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45394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6">
            <a:extLst xmlns:a="http://schemas.openxmlformats.org/drawingml/2006/main">
              <a:ext uri="{FF2B5EF4-FFF2-40B4-BE49-F238E27FC236}">
                <a16:creationId xmlns:a16="http://schemas.microsoft.com/office/drawing/2014/main" id="{6A5A7BF6-9D9B-4A24-AD2D-A4FCBC7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6">
            <a:extLst xmlns:a="http://schemas.openxmlformats.org/drawingml/2006/main">
              <a:ext uri="{FF2B5EF4-FFF2-40B4-BE49-F238E27FC236}">
                <a16:creationId xmlns:a16="http://schemas.microsoft.com/office/drawing/2014/main" id="{AB8507D4-EC50-4276-A709-4658CE4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6">
            <a:extLst xmlns:a="http://schemas.openxmlformats.org/drawingml/2006/main">
              <a:ext uri="{FF2B5EF4-FFF2-40B4-BE49-F238E27FC236}">
                <a16:creationId xmlns:a16="http://schemas.microsoft.com/office/drawing/2014/main" id="{C34326C4-23DB-4066-AA99-2C010E03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6">
            <a:extLst xmlns:a="http://schemas.openxmlformats.org/drawingml/2006/main">
              <a:ext uri="{FF2B5EF4-FFF2-40B4-BE49-F238E27FC236}">
                <a16:creationId xmlns:a16="http://schemas.microsoft.com/office/drawing/2014/main" id="{DEBEA541-9930-4B53-86CE-5A69830D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35748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6">
            <a:extLst xmlns:a="http://schemas.openxmlformats.org/drawingml/2006/main">
              <a:ext uri="{FF2B5EF4-FFF2-40B4-BE49-F238E27FC236}">
                <a16:creationId xmlns:a16="http://schemas.microsoft.com/office/drawing/2014/main" id="{C91382A1-65AA-4DF6-BDEB-CC743597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8" y="4781550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6">
            <a:extLst xmlns:a="http://schemas.openxmlformats.org/drawingml/2006/main">
              <a:ext uri="{FF2B5EF4-FFF2-40B4-BE49-F238E27FC236}">
                <a16:creationId xmlns:a16="http://schemas.microsoft.com/office/drawing/2014/main" id="{E48929BB-7DC6-489F-A387-3F47F921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8" y="4781550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1" name="Google Shape;721;p36">
            <a:extLst xmlns:a="http://schemas.openxmlformats.org/drawingml/2006/main">
              <a:ext uri="{FF2B5EF4-FFF2-40B4-BE49-F238E27FC236}">
                <a16:creationId xmlns:a16="http://schemas.microsoft.com/office/drawing/2014/main" id="{1CC263B2-E41A-422A-861F-6927F5C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746" y="4769644"/>
            <a:ext cx="2271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ACB3D99D-5D73-4B37-B5A0-59496401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  <p:pic>
        <p:nvPic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A3C0AD54-D39C-4AF8-9474-184100DD16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4acf2b65e4880"/>
          <a:stretch xmlns:a="http://schemas.openxmlformats.org/drawingml/2006/main"/>
        </p:blipFill>
        <p:spPr>
          <a:xfrm xmlns:a="http://schemas.openxmlformats.org/drawingml/2006/main">
            <a:off x="1608667" y="1228725"/>
            <a:ext cx="5926667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64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27" name="Google Shape;727;p37">
            <a:extLst xmlns:a="http://schemas.openxmlformats.org/drawingml/2006/main">
              <a:ext uri="{FF2B5EF4-FFF2-40B4-BE49-F238E27FC236}">
                <a16:creationId xmlns:a16="http://schemas.microsoft.com/office/drawing/2014/main" id="{1DD5F474-DB2F-4BA8-9279-1EDA5954D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15052d508645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28" name="Google Shape;728;p37">
            <a:extLst xmlns:a="http://schemas.openxmlformats.org/drawingml/2006/main">
              <a:ext uri="{FF2B5EF4-FFF2-40B4-BE49-F238E27FC236}">
                <a16:creationId xmlns:a16="http://schemas.microsoft.com/office/drawing/2014/main" id="{2C123ABF-4781-4CE1-9BA1-5E37CCD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6" y="247650"/>
            <a:ext cx="6727800" cy="5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sz="3000" b="1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From playable game to holder skins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9" name="Google Shape;729;p37">
            <a:extLst xmlns:a="http://schemas.openxmlformats.org/drawingml/2006/main">
              <a:ext uri="{FF2B5EF4-FFF2-40B4-BE49-F238E27FC236}">
                <a16:creationId xmlns:a16="http://schemas.microsoft.com/office/drawing/2014/main" id="{7E60B767-A9CC-4DF5-BFAE-871EEB51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52975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0" name="Google Shape;730;p37">
            <a:extLst xmlns:a="http://schemas.openxmlformats.org/drawingml/2006/main">
              <a:ext uri="{FF2B5EF4-FFF2-40B4-BE49-F238E27FC236}">
                <a16:creationId xmlns:a16="http://schemas.microsoft.com/office/drawing/2014/main" id="{EC83EB12-E5BE-4C5F-AA3D-1216C37346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7bc7e8c55340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3" y="4664636"/>
            <a:ext cx="297009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1" name="Google Shape;731;p37">
            <a:extLst xmlns:a="http://schemas.openxmlformats.org/drawingml/2006/main">
              <a:ext uri="{FF2B5EF4-FFF2-40B4-BE49-F238E27FC236}">
                <a16:creationId xmlns:a16="http://schemas.microsoft.com/office/drawing/2014/main" id="{CDA48FA7-49A0-4A2D-93BC-F66FB8304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905924d26543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88421"/>
            <a:ext cx="39234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2" name="Google Shape;732;p37">
            <a:extLst xmlns:a="http://schemas.openxmlformats.org/drawingml/2006/main">
              <a:ext uri="{FF2B5EF4-FFF2-40B4-BE49-F238E27FC236}">
                <a16:creationId xmlns:a16="http://schemas.microsoft.com/office/drawing/2014/main" id="{A3949BC0-C4C1-4190-BD1E-C2BA9E4708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872a13d8d947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13" y="4989370"/>
            <a:ext cx="38935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3" name="Google Shape;733;p37">
            <a:extLst xmlns:a="http://schemas.openxmlformats.org/drawingml/2006/main">
              <a:ext uri="{FF2B5EF4-FFF2-40B4-BE49-F238E27FC236}">
                <a16:creationId xmlns:a16="http://schemas.microsoft.com/office/drawing/2014/main" id="{D6F5C70A-94B4-41F2-A461-F0C3332D06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9ba9f2b61040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5" y="4988496"/>
            <a:ext cx="41068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4" name="Google Shape;734;p37">
            <a:extLst xmlns:a="http://schemas.openxmlformats.org/drawingml/2006/main">
              <a:ext uri="{FF2B5EF4-FFF2-40B4-BE49-F238E27FC236}">
                <a16:creationId xmlns:a16="http://schemas.microsoft.com/office/drawing/2014/main" id="{47B57936-D968-4D7A-9352-3302F6002F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f8dd05a0d442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20" y="4988496"/>
            <a:ext cx="42390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5" name="Google Shape;735;p37">
            <a:extLst xmlns:a="http://schemas.openxmlformats.org/drawingml/2006/main">
              <a:ext uri="{FF2B5EF4-FFF2-40B4-BE49-F238E27FC236}">
                <a16:creationId xmlns:a16="http://schemas.microsoft.com/office/drawing/2014/main" id="{C151A12F-5DF2-4212-BA45-4037E4A09A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df9d9b741342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88412"/>
            <a:ext cx="24690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6" name="Google Shape;736;p37">
            <a:extLst xmlns:a="http://schemas.openxmlformats.org/drawingml/2006/main">
              <a:ext uri="{FF2B5EF4-FFF2-40B4-BE49-F238E27FC236}">
                <a16:creationId xmlns:a16="http://schemas.microsoft.com/office/drawing/2014/main" id="{8AAF9F8D-6706-4AF1-8C20-B05F89B260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4b11ff97a44c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6" y="4978161"/>
            <a:ext cx="25419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7" name="Google Shape;737;p37">
            <a:extLst xmlns:a="http://schemas.openxmlformats.org/drawingml/2006/main">
              <a:ext uri="{FF2B5EF4-FFF2-40B4-BE49-F238E27FC236}">
                <a16:creationId xmlns:a16="http://schemas.microsoft.com/office/drawing/2014/main" id="{AE058DA8-2196-495F-8F88-4CE28558F7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e55473aaf74c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5" y="4988496"/>
            <a:ext cx="42390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8" name="Google Shape;738;p37">
            <a:extLst xmlns:a="http://schemas.openxmlformats.org/drawingml/2006/main">
              <a:ext uri="{FF2B5EF4-FFF2-40B4-BE49-F238E27FC236}">
                <a16:creationId xmlns:a16="http://schemas.microsoft.com/office/drawing/2014/main" id="{201A1150-89B5-4FE7-B346-C79FD1064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226e83964b49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90" y="4988496"/>
            <a:ext cx="45258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9" name="Google Shape;739;p37">
            <a:extLst xmlns:a="http://schemas.openxmlformats.org/drawingml/2006/main">
              <a:ext uri="{FF2B5EF4-FFF2-40B4-BE49-F238E27FC236}">
                <a16:creationId xmlns:a16="http://schemas.microsoft.com/office/drawing/2014/main" id="{ABF65404-DBE9-4DA1-A833-7F8D7EE08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3caab97f49415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88486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40" name="Google Shape;740;p37">
            <a:extLst xmlns:a="http://schemas.openxmlformats.org/drawingml/2006/main">
              <a:ext uri="{FF2B5EF4-FFF2-40B4-BE49-F238E27FC236}">
                <a16:creationId xmlns:a16="http://schemas.microsoft.com/office/drawing/2014/main" id="{729EA954-2519-4FF6-B2B7-7477ED7F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45394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7">
            <a:extLst xmlns:a="http://schemas.openxmlformats.org/drawingml/2006/main">
              <a:ext uri="{FF2B5EF4-FFF2-40B4-BE49-F238E27FC236}">
                <a16:creationId xmlns:a16="http://schemas.microsoft.com/office/drawing/2014/main" id="{4326FF63-1908-45DD-BD97-354A21E0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7">
            <a:extLst xmlns:a="http://schemas.openxmlformats.org/drawingml/2006/main">
              <a:ext uri="{FF2B5EF4-FFF2-40B4-BE49-F238E27FC236}">
                <a16:creationId xmlns:a16="http://schemas.microsoft.com/office/drawing/2014/main" id="{D39E8F10-2839-479F-844B-C37DCA38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7">
            <a:extLst xmlns:a="http://schemas.openxmlformats.org/drawingml/2006/main">
              <a:ext uri="{FF2B5EF4-FFF2-40B4-BE49-F238E27FC236}">
                <a16:creationId xmlns:a16="http://schemas.microsoft.com/office/drawing/2014/main" id="{21B90185-7B03-4033-A8B5-8411B02A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7">
            <a:extLst xmlns:a="http://schemas.openxmlformats.org/drawingml/2006/main">
              <a:ext uri="{FF2B5EF4-FFF2-40B4-BE49-F238E27FC236}">
                <a16:creationId xmlns:a16="http://schemas.microsoft.com/office/drawing/2014/main" id="{415D8149-3EF2-43FA-A368-CE832B8A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9" y="4735748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7">
            <a:extLst xmlns:a="http://schemas.openxmlformats.org/drawingml/2006/main">
              <a:ext uri="{FF2B5EF4-FFF2-40B4-BE49-F238E27FC236}">
                <a16:creationId xmlns:a16="http://schemas.microsoft.com/office/drawing/2014/main" id="{CA853B9F-D2A7-4A5B-8A1A-E06E305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8" y="4781550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7">
            <a:extLst xmlns:a="http://schemas.openxmlformats.org/drawingml/2006/main">
              <a:ext uri="{FF2B5EF4-FFF2-40B4-BE49-F238E27FC236}">
                <a16:creationId xmlns:a16="http://schemas.microsoft.com/office/drawing/2014/main" id="{5BA3A82B-97A2-4FBA-8692-1A0AF73B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8" y="4781550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4" name="Google Shape;754;p37">
            <a:extLst xmlns:a="http://schemas.openxmlformats.org/drawingml/2006/main">
              <a:ext uri="{FF2B5EF4-FFF2-40B4-BE49-F238E27FC236}">
                <a16:creationId xmlns:a16="http://schemas.microsoft.com/office/drawing/2014/main" id="{D81463AC-BB45-4DC7-BC31-3F9BF5D3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746" y="4769644"/>
            <a:ext cx="2271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5" name="Google Shape;755;p37">
            <a:extLst xmlns:a="http://schemas.openxmlformats.org/drawingml/2006/main">
              <a:ext uri="{FF2B5EF4-FFF2-40B4-BE49-F238E27FC236}">
                <a16:creationId xmlns:a16="http://schemas.microsoft.com/office/drawing/2014/main" id="{3899354E-D8A2-4C21-AD91-50699F90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91" y="1490663"/>
            <a:ext cx="2119200" cy="533400"/>
          </a:xfrm>
          <a:prstGeom xmlns:a="http://schemas.openxmlformats.org/drawingml/2006/main" prst="roundRect">
            <a:avLst>
              <a:gd name="adj" fmla="val 91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7">
            <a:extLst xmlns:a="http://schemas.openxmlformats.org/drawingml/2006/main">
              <a:ext uri="{FF2B5EF4-FFF2-40B4-BE49-F238E27FC236}">
                <a16:creationId xmlns:a16="http://schemas.microsoft.com/office/drawing/2014/main" id="{2C7FE488-A718-4EBC-83BC-5B646138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91" y="1871663"/>
            <a:ext cx="228600" cy="228600"/>
          </a:xfrm>
          <a:prstGeom xmlns:a="http://schemas.openxmlformats.org/drawingml/2006/main" prst="roundRect">
            <a:avLst>
              <a:gd name="adj" fmla="val 1041000"/>
            </a:avLst>
          </a:prstGeom>
          <a:solidFill xmlns:a="http://schemas.openxmlformats.org/drawingml/2006/main">
            <a:srgbClr val="5522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7">
            <a:extLst xmlns:a="http://schemas.openxmlformats.org/drawingml/2006/main">
              <a:ext uri="{FF2B5EF4-FFF2-40B4-BE49-F238E27FC236}">
                <a16:creationId xmlns:a16="http://schemas.microsoft.com/office/drawing/2014/main" id="{4260D80B-FECE-4702-A97D-1021353F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291" y="1695450"/>
            <a:ext cx="1471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Connect a wallet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8" name="Google Shape;758;p37">
            <a:extLst xmlns:a="http://schemas.openxmlformats.org/drawingml/2006/main">
              <a:ext uri="{FF2B5EF4-FFF2-40B4-BE49-F238E27FC236}">
                <a16:creationId xmlns:a16="http://schemas.microsoft.com/office/drawing/2014/main" id="{B8D79F10-9B5E-407B-9E1C-1D38EB6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90663"/>
            <a:ext cx="2119200" cy="533400"/>
          </a:xfrm>
          <a:prstGeom xmlns:a="http://schemas.openxmlformats.org/drawingml/2006/main" prst="roundRect">
            <a:avLst>
              <a:gd name="adj" fmla="val 91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7">
            <a:extLst xmlns:a="http://schemas.openxmlformats.org/drawingml/2006/main">
              <a:ext uri="{FF2B5EF4-FFF2-40B4-BE49-F238E27FC236}">
                <a16:creationId xmlns:a16="http://schemas.microsoft.com/office/drawing/2014/main" id="{5B232C85-E4CB-4189-B1CB-7746AD86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6" y="1871663"/>
            <a:ext cx="228600" cy="228600"/>
          </a:xfrm>
          <a:prstGeom xmlns:a="http://schemas.openxmlformats.org/drawingml/2006/main" prst="roundRect">
            <a:avLst>
              <a:gd name="adj" fmla="val 1041000"/>
            </a:avLst>
          </a:prstGeom>
          <a:solidFill xmlns:a="http://schemas.openxmlformats.org/drawingml/2006/main">
            <a:srgbClr val="22E0A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7">
            <a:extLst xmlns:a="http://schemas.openxmlformats.org/drawingml/2006/main">
              <a:ext uri="{FF2B5EF4-FFF2-40B4-BE49-F238E27FC236}">
                <a16:creationId xmlns:a16="http://schemas.microsoft.com/office/drawing/2014/main" id="{65FE5C03-310F-459A-A413-6D538455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6" y="1695450"/>
            <a:ext cx="1471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Play against bots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1" name="Google Shape;761;p37">
            <a:extLst xmlns:a="http://schemas.openxmlformats.org/drawingml/2006/main">
              <a:ext uri="{FF2B5EF4-FFF2-40B4-BE49-F238E27FC236}">
                <a16:creationId xmlns:a16="http://schemas.microsoft.com/office/drawing/2014/main" id="{C61B6769-C9B3-4866-9075-EB42E1ED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95613"/>
            <a:ext cx="2119200" cy="533400"/>
          </a:xfrm>
          <a:prstGeom xmlns:a="http://schemas.openxmlformats.org/drawingml/2006/main" prst="roundRect">
            <a:avLst>
              <a:gd name="adj" fmla="val 91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7">
            <a:extLst xmlns:a="http://schemas.openxmlformats.org/drawingml/2006/main">
              <a:ext uri="{FF2B5EF4-FFF2-40B4-BE49-F238E27FC236}">
                <a16:creationId xmlns:a16="http://schemas.microsoft.com/office/drawing/2014/main" id="{F97ED583-B6EA-4606-BEC1-63858838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6" y="3376613"/>
            <a:ext cx="228600" cy="228600"/>
          </a:xfrm>
          <a:prstGeom xmlns:a="http://schemas.openxmlformats.org/drawingml/2006/main" prst="roundRect">
            <a:avLst>
              <a:gd name="adj" fmla="val 1041000"/>
            </a:avLst>
          </a:prstGeom>
          <a:solidFill xmlns:a="http://schemas.openxmlformats.org/drawingml/2006/main">
            <a:srgbClr val="22E0A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7">
            <a:extLst xmlns:a="http://schemas.openxmlformats.org/drawingml/2006/main">
              <a:ext uri="{FF2B5EF4-FFF2-40B4-BE49-F238E27FC236}">
                <a16:creationId xmlns:a16="http://schemas.microsoft.com/office/drawing/2014/main" id="{E4F3F4E8-C765-4AAF-B305-320E3EF6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6" y="3200400"/>
            <a:ext cx="1471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Invite friends by code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64" name="Google Shape;764;p37">
            <a:extLst xmlns:a="http://schemas.openxmlformats.org/drawingml/2006/main">
              <a:ext uri="{FF2B5EF4-FFF2-40B4-BE49-F238E27FC236}">
                <a16:creationId xmlns:a16="http://schemas.microsoft.com/office/drawing/2014/main" id="{32F74A61-5345-4D6A-B90D-5A642D2623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cf5d5df31241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43240" y="1219200"/>
            <a:ext cx="9525" cy="33523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65" name="Google Shape;765;p37">
            <a:extLst xmlns:a="http://schemas.openxmlformats.org/drawingml/2006/main">
              <a:ext uri="{FF2B5EF4-FFF2-40B4-BE49-F238E27FC236}">
                <a16:creationId xmlns:a16="http://schemas.microsoft.com/office/drawing/2014/main" id="{D84D67BB-9028-478A-9952-49800D4ED0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7a9f1d8e244d8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1243" y="1319213"/>
            <a:ext cx="9525" cy="32523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6" name="Google Shape;766;p37">
            <a:extLst xmlns:a="http://schemas.openxmlformats.org/drawingml/2006/main">
              <a:ext uri="{FF2B5EF4-FFF2-40B4-BE49-F238E27FC236}">
                <a16:creationId xmlns:a16="http://schemas.microsoft.com/office/drawing/2014/main" id="{7675DB2E-93AD-4BA2-BD35-5C4A36CA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7" y="3771900"/>
            <a:ext cx="2119200" cy="533400"/>
          </a:xfrm>
          <a:prstGeom xmlns:a="http://schemas.openxmlformats.org/drawingml/2006/main" prst="roundRect">
            <a:avLst>
              <a:gd name="adj" fmla="val 91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7">
            <a:extLst xmlns:a="http://schemas.openxmlformats.org/drawingml/2006/main">
              <a:ext uri="{FF2B5EF4-FFF2-40B4-BE49-F238E27FC236}">
                <a16:creationId xmlns:a16="http://schemas.microsoft.com/office/drawing/2014/main" id="{F71EC27E-55B5-4B64-88EF-11BC3CA4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166" y="4152900"/>
            <a:ext cx="228600" cy="228600"/>
          </a:xfrm>
          <a:prstGeom xmlns:a="http://schemas.openxmlformats.org/drawingml/2006/main" prst="roundRect">
            <a:avLst>
              <a:gd name="adj" fmla="val 1041000"/>
            </a:avLst>
          </a:prstGeom>
          <a:solidFill xmlns:a="http://schemas.openxmlformats.org/drawingml/2006/main">
            <a:srgbClr val="5522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7">
            <a:extLst xmlns:a="http://schemas.openxmlformats.org/drawingml/2006/main">
              <a:ext uri="{FF2B5EF4-FFF2-40B4-BE49-F238E27FC236}">
                <a16:creationId xmlns:a16="http://schemas.microsoft.com/office/drawing/2014/main" id="{AAAE6A28-E014-49E1-9E35-9DBE2845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7" y="3976688"/>
            <a:ext cx="1471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Unlock eligible skins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69" name="Google Shape;769;p37">
            <a:extLst xmlns:a="http://schemas.openxmlformats.org/drawingml/2006/main">
              <a:ext uri="{FF2B5EF4-FFF2-40B4-BE49-F238E27FC236}">
                <a16:creationId xmlns:a16="http://schemas.microsoft.com/office/drawing/2014/main" id="{0F4C9596-269F-46BF-BA69-CAC868E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640" y="2233613"/>
            <a:ext cx="2119200" cy="533400"/>
          </a:xfrm>
          <a:prstGeom xmlns:a="http://schemas.openxmlformats.org/drawingml/2006/main" prst="roundRect">
            <a:avLst>
              <a:gd name="adj" fmla="val 91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7">
            <a:extLst xmlns:a="http://schemas.openxmlformats.org/drawingml/2006/main">
              <a:ext uri="{FF2B5EF4-FFF2-40B4-BE49-F238E27FC236}">
                <a16:creationId xmlns:a16="http://schemas.microsoft.com/office/drawing/2014/main" id="{04197075-156A-4082-88ED-7AD389A8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40" y="2614613"/>
            <a:ext cx="228600" cy="228600"/>
          </a:xfrm>
          <a:prstGeom xmlns:a="http://schemas.openxmlformats.org/drawingml/2006/main" prst="roundRect">
            <a:avLst>
              <a:gd name="adj" fmla="val 1041000"/>
            </a:avLst>
          </a:prstGeom>
          <a:solidFill xmlns:a="http://schemas.openxmlformats.org/drawingml/2006/main">
            <a:srgbClr val="5522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7">
            <a:extLst xmlns:a="http://schemas.openxmlformats.org/drawingml/2006/main">
              <a:ext uri="{FF2B5EF4-FFF2-40B4-BE49-F238E27FC236}">
                <a16:creationId xmlns:a16="http://schemas.microsoft.com/office/drawing/2014/main" id="{09E517AE-A576-46C0-A901-02C0D629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41" y="2438400"/>
            <a:ext cx="1471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Verify SNAKE balance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2" name="Google Shape;772;p37">
            <a:extLst xmlns:a="http://schemas.openxmlformats.org/drawingml/2006/main">
              <a:ext uri="{FF2B5EF4-FFF2-40B4-BE49-F238E27FC236}">
                <a16:creationId xmlns:a16="http://schemas.microsoft.com/office/drawing/2014/main" id="{13E70501-68BB-42B8-87D1-0A80B251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93" y="1490663"/>
            <a:ext cx="2119200" cy="533400"/>
          </a:xfrm>
          <a:prstGeom xmlns:a="http://schemas.openxmlformats.org/drawingml/2006/main" prst="roundRect">
            <a:avLst>
              <a:gd name="adj" fmla="val 91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7">
            <a:extLst xmlns:a="http://schemas.openxmlformats.org/drawingml/2006/main">
              <a:ext uri="{FF2B5EF4-FFF2-40B4-BE49-F238E27FC236}">
                <a16:creationId xmlns:a16="http://schemas.microsoft.com/office/drawing/2014/main" id="{4320622D-DD63-408A-9FC8-BE8AA3B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494" y="1871663"/>
            <a:ext cx="228600" cy="228600"/>
          </a:xfrm>
          <a:prstGeom xmlns:a="http://schemas.openxmlformats.org/drawingml/2006/main" prst="roundRect">
            <a:avLst>
              <a:gd name="adj" fmla="val 1041000"/>
            </a:avLst>
          </a:prstGeom>
          <a:solidFill xmlns:a="http://schemas.openxmlformats.org/drawingml/2006/main">
            <a:srgbClr val="A322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7">
            <a:extLst xmlns:a="http://schemas.openxmlformats.org/drawingml/2006/main">
              <a:ext uri="{FF2B5EF4-FFF2-40B4-BE49-F238E27FC236}">
                <a16:creationId xmlns:a16="http://schemas.microsoft.com/office/drawing/2014/main" id="{DC73DE31-4474-4B28-AFF2-B2B2DBBF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494" y="1695450"/>
            <a:ext cx="1471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Recheck token holdings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5" name="Google Shape;775;p37">
            <a:extLst xmlns:a="http://schemas.openxmlformats.org/drawingml/2006/main">
              <a:ext uri="{FF2B5EF4-FFF2-40B4-BE49-F238E27FC236}">
                <a16:creationId xmlns:a16="http://schemas.microsoft.com/office/drawing/2014/main" id="{A1C3AE54-9503-41A4-94B7-96B41D3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6" y="2990850"/>
            <a:ext cx="2119200" cy="533400"/>
          </a:xfrm>
          <a:prstGeom xmlns:a="http://schemas.openxmlformats.org/drawingml/2006/main" prst="roundRect">
            <a:avLst>
              <a:gd name="adj" fmla="val 91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7">
            <a:extLst xmlns:a="http://schemas.openxmlformats.org/drawingml/2006/main">
              <a:ext uri="{FF2B5EF4-FFF2-40B4-BE49-F238E27FC236}">
                <a16:creationId xmlns:a16="http://schemas.microsoft.com/office/drawing/2014/main" id="{6EB835FC-E969-4E18-868A-8EF87665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6" y="3371850"/>
            <a:ext cx="228600" cy="228600"/>
          </a:xfrm>
          <a:prstGeom xmlns:a="http://schemas.openxmlformats.org/drawingml/2006/main" prst="roundRect">
            <a:avLst>
              <a:gd name="adj" fmla="val 1041000"/>
            </a:avLst>
          </a:prstGeom>
          <a:solidFill xmlns:a="http://schemas.openxmlformats.org/drawingml/2006/main">
            <a:srgbClr val="A322E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7">
            <a:extLst xmlns:a="http://schemas.openxmlformats.org/drawingml/2006/main">
              <a:ext uri="{FF2B5EF4-FFF2-40B4-BE49-F238E27FC236}">
                <a16:creationId xmlns:a16="http://schemas.microsoft.com/office/drawing/2014/main" id="{12F5EB37-1D51-4F0F-AD5E-F971DA15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6" y="3195638"/>
            <a:ext cx="1471800" cy="1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chivo SemiBold"/>
              <a:buNone/>
            </a:pPr>
            <a:r>
              <a:rPr sz="9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Test community events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8" name="Google Shape;778;p37">
            <a:extLst xmlns:a="http://schemas.openxmlformats.org/drawingml/2006/main">
              <a:ext uri="{FF2B5EF4-FFF2-40B4-BE49-F238E27FC236}">
                <a16:creationId xmlns:a16="http://schemas.microsoft.com/office/drawing/2014/main" id="{DD6EEB4E-06C5-44C7-92B3-8ADC8050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9" y="971550"/>
            <a:ext cx="5112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</a:rPr>
              <a:t>Live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79" name="Google Shape;779;p37">
            <a:extLst xmlns:a="http://schemas.openxmlformats.org/drawingml/2006/main">
              <a:ext uri="{FF2B5EF4-FFF2-40B4-BE49-F238E27FC236}">
                <a16:creationId xmlns:a16="http://schemas.microsoft.com/office/drawing/2014/main" id="{F7409A0C-6772-4802-8CF9-49506D5840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caa7fcf94249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48003" y="833438"/>
            <a:ext cx="3048003" cy="41904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0" name="Google Shape;780;p37">
            <a:extLst xmlns:a="http://schemas.openxmlformats.org/drawingml/2006/main">
              <a:ext uri="{FF2B5EF4-FFF2-40B4-BE49-F238E27FC236}">
                <a16:creationId xmlns:a16="http://schemas.microsoft.com/office/drawing/2014/main" id="{0D815FD3-10F3-4025-8633-818AE81A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4" y="971550"/>
            <a:ext cx="7683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</a:rPr>
              <a:t>Next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1" name="Google Shape;781;p37">
            <a:extLst xmlns:a="http://schemas.openxmlformats.org/drawingml/2006/main">
              <a:ext uri="{FF2B5EF4-FFF2-40B4-BE49-F238E27FC236}">
                <a16:creationId xmlns:a16="http://schemas.microsoft.com/office/drawing/2014/main" id="{358E20D9-4F61-4FD2-9EFD-4D473954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9" y="971550"/>
            <a:ext cx="9111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5522E0"/>
                </a:solidFill>
                <a:latin typeface="Archivo SemiBold"/>
                <a:ea typeface="Archivo SemiBold"/>
                <a:cs typeface="Archivo SemiBold"/>
              </a:rPr>
              <a:t>Later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2" name="">
            <a:extLst xmlns:a="http://schemas.openxmlformats.org/drawingml/2006/main">
              <a:ext uri="{FF2B5EF4-FFF2-40B4-BE49-F238E27FC236}">
                <a16:creationId xmlns:a16="http://schemas.microsoft.com/office/drawing/2014/main" id="{6A5AD836-EFA9-415A-8B11-F7B955D0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62128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7" name="Google Shape;787;p38">
            <a:extLst xmlns:a="http://schemas.openxmlformats.org/drawingml/2006/main">
              <a:ext uri="{FF2B5EF4-FFF2-40B4-BE49-F238E27FC236}">
                <a16:creationId xmlns:a16="http://schemas.microsoft.com/office/drawing/2014/main" id="{C219F598-0F89-4A7E-8E59-C2B90A15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8" name="Google Shape;788;p38">
            <a:extLst xmlns:a="http://schemas.openxmlformats.org/drawingml/2006/main">
              <a:ext uri="{FF2B5EF4-FFF2-40B4-BE49-F238E27FC236}">
                <a16:creationId xmlns:a16="http://schemas.microsoft.com/office/drawing/2014/main" id="{D1C3B25E-ABA8-4B39-AFD0-5C953B4C51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c7694e6bca47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9" name="Google Shape;789;p38">
            <a:extLst xmlns:a="http://schemas.openxmlformats.org/drawingml/2006/main">
              <a:ext uri="{FF2B5EF4-FFF2-40B4-BE49-F238E27FC236}">
                <a16:creationId xmlns:a16="http://schemas.microsoft.com/office/drawing/2014/main" id="{1AD4020A-7BA7-4316-9A79-A78E749D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6" y="247650"/>
            <a:ext cx="6727800" cy="5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sz="3000" b="1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What works today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0" name="Google Shape;790;p38">
            <a:extLst xmlns:a="http://schemas.openxmlformats.org/drawingml/2006/main">
              <a:ext uri="{FF2B5EF4-FFF2-40B4-BE49-F238E27FC236}">
                <a16:creationId xmlns:a16="http://schemas.microsoft.com/office/drawing/2014/main" id="{1C19A726-1A37-4583-8320-AA2D326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52975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1" name="Google Shape;791;p38">
            <a:extLst xmlns:a="http://schemas.openxmlformats.org/drawingml/2006/main">
              <a:ext uri="{FF2B5EF4-FFF2-40B4-BE49-F238E27FC236}">
                <a16:creationId xmlns:a16="http://schemas.microsoft.com/office/drawing/2014/main" id="{4BA92B84-97E6-4BB6-9F5C-04267A4F0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0528740deb41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4664636"/>
            <a:ext cx="297010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2" name="Google Shape;792;p38">
            <a:extLst xmlns:a="http://schemas.openxmlformats.org/drawingml/2006/main">
              <a:ext uri="{FF2B5EF4-FFF2-40B4-BE49-F238E27FC236}">
                <a16:creationId xmlns:a16="http://schemas.microsoft.com/office/drawing/2014/main" id="{7DB621BE-2B26-4662-8DCD-91E37561E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8d6dc3ed4a428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88421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3" name="Google Shape;793;p38">
            <a:extLst xmlns:a="http://schemas.openxmlformats.org/drawingml/2006/main">
              <a:ext uri="{FF2B5EF4-FFF2-40B4-BE49-F238E27FC236}">
                <a16:creationId xmlns:a16="http://schemas.microsoft.com/office/drawing/2014/main" id="{BA5B73F3-EDA9-4426-920E-42B10568F5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0a589d6d7a43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13" y="4989370"/>
            <a:ext cx="38935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4" name="Google Shape;794;p38">
            <a:extLst xmlns:a="http://schemas.openxmlformats.org/drawingml/2006/main">
              <a:ext uri="{FF2B5EF4-FFF2-40B4-BE49-F238E27FC236}">
                <a16:creationId xmlns:a16="http://schemas.microsoft.com/office/drawing/2014/main" id="{B9FB78F3-6405-45AB-89BE-D0CA94EA31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28cbc7c3a7433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6" y="4988496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5" name="Google Shape;795;p38">
            <a:extLst xmlns:a="http://schemas.openxmlformats.org/drawingml/2006/main">
              <a:ext uri="{FF2B5EF4-FFF2-40B4-BE49-F238E27FC236}">
                <a16:creationId xmlns:a16="http://schemas.microsoft.com/office/drawing/2014/main" id="{CED95060-B6F0-44FC-9A6F-0A7868CA9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2a0327a80f42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19" y="4988496"/>
            <a:ext cx="42390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6" name="Google Shape;796;p38">
            <a:extLst xmlns:a="http://schemas.openxmlformats.org/drawingml/2006/main">
              <a:ext uri="{FF2B5EF4-FFF2-40B4-BE49-F238E27FC236}">
                <a16:creationId xmlns:a16="http://schemas.microsoft.com/office/drawing/2014/main" id="{9C6AD9E5-D77A-4256-80CB-4B6D6E4599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e1fc54eeb2449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88412"/>
            <a:ext cx="24691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7" name="Google Shape;797;p38">
            <a:extLst xmlns:a="http://schemas.openxmlformats.org/drawingml/2006/main">
              <a:ext uri="{FF2B5EF4-FFF2-40B4-BE49-F238E27FC236}">
                <a16:creationId xmlns:a16="http://schemas.microsoft.com/office/drawing/2014/main" id="{263701A3-40F6-4517-91B6-E9278B6C2B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b79423ff374a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6" y="4978161"/>
            <a:ext cx="25419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8" name="Google Shape;798;p38">
            <a:extLst xmlns:a="http://schemas.openxmlformats.org/drawingml/2006/main">
              <a:ext uri="{FF2B5EF4-FFF2-40B4-BE49-F238E27FC236}">
                <a16:creationId xmlns:a16="http://schemas.microsoft.com/office/drawing/2014/main" id="{27E94FD5-F7F7-46CE-AC4D-9A0ED5A891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b7bed652cc46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5" y="4988496"/>
            <a:ext cx="42390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9" name="Google Shape;799;p38">
            <a:extLst xmlns:a="http://schemas.openxmlformats.org/drawingml/2006/main">
              <a:ext uri="{FF2B5EF4-FFF2-40B4-BE49-F238E27FC236}">
                <a16:creationId xmlns:a16="http://schemas.microsoft.com/office/drawing/2014/main" id="{8DE2EAFC-DD2C-4E3E-BA24-1806DC7D51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288696ede343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988496"/>
            <a:ext cx="45258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00" name="Google Shape;800;p38">
            <a:extLst xmlns:a="http://schemas.openxmlformats.org/drawingml/2006/main">
              <a:ext uri="{FF2B5EF4-FFF2-40B4-BE49-F238E27FC236}">
                <a16:creationId xmlns:a16="http://schemas.microsoft.com/office/drawing/2014/main" id="{F00DC04D-7F74-4562-A3A9-9FBBD73E1C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3008d6c168414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88486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01" name="Google Shape;801;p38">
            <a:extLst xmlns:a="http://schemas.openxmlformats.org/drawingml/2006/main">
              <a:ext uri="{FF2B5EF4-FFF2-40B4-BE49-F238E27FC236}">
                <a16:creationId xmlns:a16="http://schemas.microsoft.com/office/drawing/2014/main" id="{68C33F2B-AF37-45EE-8D08-F50359D4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394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38">
            <a:extLst xmlns:a="http://schemas.openxmlformats.org/drawingml/2006/main">
              <a:ext uri="{FF2B5EF4-FFF2-40B4-BE49-F238E27FC236}">
                <a16:creationId xmlns:a16="http://schemas.microsoft.com/office/drawing/2014/main" id="{0A2EC5F1-35AD-451A-B4E8-FF169CB2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8">
            <a:extLst xmlns:a="http://schemas.openxmlformats.org/drawingml/2006/main">
              <a:ext uri="{FF2B5EF4-FFF2-40B4-BE49-F238E27FC236}">
                <a16:creationId xmlns:a16="http://schemas.microsoft.com/office/drawing/2014/main" id="{612214E0-F873-4AC7-B015-65964AF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8">
            <a:extLst xmlns:a="http://schemas.openxmlformats.org/drawingml/2006/main">
              <a:ext uri="{FF2B5EF4-FFF2-40B4-BE49-F238E27FC236}">
                <a16:creationId xmlns:a16="http://schemas.microsoft.com/office/drawing/2014/main" id="{0BD7CA9B-6662-44AB-921B-885DEFE2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8">
            <a:extLst xmlns:a="http://schemas.openxmlformats.org/drawingml/2006/main">
              <a:ext uri="{FF2B5EF4-FFF2-40B4-BE49-F238E27FC236}">
                <a16:creationId xmlns:a16="http://schemas.microsoft.com/office/drawing/2014/main" id="{7D85AA20-7FA9-4A41-A3AF-D8157560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35748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8">
            <a:extLst xmlns:a="http://schemas.openxmlformats.org/drawingml/2006/main">
              <a:ext uri="{FF2B5EF4-FFF2-40B4-BE49-F238E27FC236}">
                <a16:creationId xmlns:a16="http://schemas.microsoft.com/office/drawing/2014/main" id="{9F314D22-704D-4D82-B765-03185672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9" y="4781550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8">
            <a:extLst xmlns:a="http://schemas.openxmlformats.org/drawingml/2006/main">
              <a:ext uri="{FF2B5EF4-FFF2-40B4-BE49-F238E27FC236}">
                <a16:creationId xmlns:a16="http://schemas.microsoft.com/office/drawing/2014/main" id="{EA863AD2-50C9-443F-A647-629D0AB8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9" y="4781550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5" name="Google Shape;815;p38">
            <a:extLst xmlns:a="http://schemas.openxmlformats.org/drawingml/2006/main">
              <a:ext uri="{FF2B5EF4-FFF2-40B4-BE49-F238E27FC236}">
                <a16:creationId xmlns:a16="http://schemas.microsoft.com/office/drawing/2014/main" id="{1E8267A9-CD98-4341-AEA0-2628A906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746" y="4769644"/>
            <a:ext cx="2271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07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6" name="Google Shape;816;p38">
            <a:extLst xmlns:a="http://schemas.openxmlformats.org/drawingml/2006/main">
              <a:ext uri="{FF2B5EF4-FFF2-40B4-BE49-F238E27FC236}">
                <a16:creationId xmlns:a16="http://schemas.microsoft.com/office/drawing/2014/main" id="{E8B1EFA0-1FD1-4824-879E-7D282D5E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1376363"/>
            <a:ext cx="1466700" cy="8574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8">
            <a:extLst xmlns:a="http://schemas.openxmlformats.org/drawingml/2006/main">
              <a:ext uri="{FF2B5EF4-FFF2-40B4-BE49-F238E27FC236}">
                <a16:creationId xmlns:a16="http://schemas.microsoft.com/office/drawing/2014/main" id="{0F65FD26-E269-4BD1-B127-8A8D5F04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1471613"/>
            <a:ext cx="12765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8">
            <a:extLst xmlns:a="http://schemas.openxmlformats.org/drawingml/2006/main">
              <a:ext uri="{FF2B5EF4-FFF2-40B4-BE49-F238E27FC236}">
                <a16:creationId xmlns:a16="http://schemas.microsoft.com/office/drawing/2014/main" id="{9200EE84-33E6-4EF4-97D0-8F06F8AF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1471613"/>
            <a:ext cx="1377900" cy="4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sz="2400" b="0" i="0" u="none" strike="noStrike" cap="non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</a:rPr>
              <a:t>8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9" name="Google Shape;819;p38">
            <a:extLst xmlns:a="http://schemas.openxmlformats.org/drawingml/2006/main">
              <a:ext uri="{FF2B5EF4-FFF2-40B4-BE49-F238E27FC236}">
                <a16:creationId xmlns:a16="http://schemas.microsoft.com/office/drawing/2014/main" id="{5CDA83C9-12B8-43C7-94A7-413EFAC5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1804988"/>
            <a:ext cx="1327200" cy="3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players per room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configured limit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0" name="Google Shape;820;p38">
            <a:extLst xmlns:a="http://schemas.openxmlformats.org/drawingml/2006/main">
              <a:ext uri="{FF2B5EF4-FFF2-40B4-BE49-F238E27FC236}">
                <a16:creationId xmlns:a16="http://schemas.microsoft.com/office/drawing/2014/main" id="{2E36EE14-9B71-43BA-864F-6B56463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3295650"/>
            <a:ext cx="1466700" cy="8574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8">
            <a:extLst xmlns:a="http://schemas.openxmlformats.org/drawingml/2006/main">
              <a:ext uri="{FF2B5EF4-FFF2-40B4-BE49-F238E27FC236}">
                <a16:creationId xmlns:a16="http://schemas.microsoft.com/office/drawing/2014/main" id="{0AC1F969-9991-44DE-A86E-01829E80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3390900"/>
            <a:ext cx="12765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8">
            <a:extLst xmlns:a="http://schemas.openxmlformats.org/drawingml/2006/main">
              <a:ext uri="{FF2B5EF4-FFF2-40B4-BE49-F238E27FC236}">
                <a16:creationId xmlns:a16="http://schemas.microsoft.com/office/drawing/2014/main" id="{A8AE8555-0BB8-4852-8D9E-B4B2C797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3390900"/>
            <a:ext cx="1377900" cy="4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sz="2400" b="0" i="0" u="none" strike="noStrike" cap="non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</a:rPr>
              <a:t>20 Hz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3" name="Google Shape;823;p38">
            <a:extLst xmlns:a="http://schemas.openxmlformats.org/drawingml/2006/main">
              <a:ext uri="{FF2B5EF4-FFF2-40B4-BE49-F238E27FC236}">
                <a16:creationId xmlns:a16="http://schemas.microsoft.com/office/drawing/2014/main" id="{08461F40-65EA-4EF2-AB4C-4324239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3724275"/>
            <a:ext cx="1327200" cy="3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world simulation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configured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4" name="Google Shape;824;p38">
            <a:extLst xmlns:a="http://schemas.openxmlformats.org/drawingml/2006/main">
              <a:ext uri="{FF2B5EF4-FFF2-40B4-BE49-F238E27FC236}">
                <a16:creationId xmlns:a16="http://schemas.microsoft.com/office/drawing/2014/main" id="{B89A825A-37B7-437A-B349-A3134B0E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8" y="2419350"/>
            <a:ext cx="1466700" cy="690600"/>
          </a:xfrm>
          <a:prstGeom xmlns:a="http://schemas.openxmlformats.org/drawingml/2006/main" prst="roundRect">
            <a:avLst>
              <a:gd name="adj" fmla="val 13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8">
            <a:extLst xmlns:a="http://schemas.openxmlformats.org/drawingml/2006/main">
              <a:ext uri="{FF2B5EF4-FFF2-40B4-BE49-F238E27FC236}">
                <a16:creationId xmlns:a16="http://schemas.microsoft.com/office/drawing/2014/main" id="{E01CF815-B269-4A39-983E-4343A17E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2514600"/>
            <a:ext cx="1276500" cy="5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8">
            <a:extLst xmlns:a="http://schemas.openxmlformats.org/drawingml/2006/main">
              <a:ext uri="{FF2B5EF4-FFF2-40B4-BE49-F238E27FC236}">
                <a16:creationId xmlns:a16="http://schemas.microsoft.com/office/drawing/2014/main" id="{AB9B13F7-F8FF-447F-9CF7-DC27EC83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2514600"/>
            <a:ext cx="1377900" cy="4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sz="2400" b="0" i="0" u="none" strike="noStrike" cap="non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</a:rPr>
              <a:t>2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7" name="Google Shape;827;p38">
            <a:extLst xmlns:a="http://schemas.openxmlformats.org/drawingml/2006/main">
              <a:ext uri="{FF2B5EF4-FFF2-40B4-BE49-F238E27FC236}">
                <a16:creationId xmlns:a16="http://schemas.microsoft.com/office/drawing/2014/main" id="{4BD2E8BF-A020-4EC6-9D8B-E0AD3F32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8" y="2847975"/>
            <a:ext cx="132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guest clients tested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1" name="">
            <a:extLst xmlns:a="http://schemas.openxmlformats.org/drawingml/2006/main">
              <a:ext uri="{FF2B5EF4-FFF2-40B4-BE49-F238E27FC236}">
                <a16:creationId xmlns:a16="http://schemas.microsoft.com/office/drawing/2014/main" id="{1D39B6DB-806E-4FCA-9652-B86D677C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  <p:pic>
        <p:nvPicPr>
          <p:cNvPr id="832" name="">
            <a:extLst xmlns:a="http://schemas.openxmlformats.org/drawingml/2006/main">
              <a:ext uri="{FF2B5EF4-FFF2-40B4-BE49-F238E27FC236}">
                <a16:creationId xmlns:a16="http://schemas.microsoft.com/office/drawing/2014/main" id="{89BCA191-AA72-4C1E-BF05-D0CD7A644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b67d557ee4a38"/>
          <a:stretch xmlns:a="http://schemas.openxmlformats.org/drawingml/2006/main"/>
        </p:blipFill>
        <p:spPr>
          <a:xfrm xmlns:a="http://schemas.openxmlformats.org/drawingml/2006/main">
            <a:off x="2793993" y="1333500"/>
            <a:ext cx="5337188" cy="3048000"/>
          </a:xfrm>
          <a:prstGeom xmlns:a="http://schemas.openxmlformats.org/drawingml/2006/main" prst="rect">
            <a:avLst/>
          </a:prstGeom>
        </p:spPr>
      </p:pic>
      <p:sp>
        <p:nvSpPr>
          <p:cNvPr id="833" name="">
            <a:extLst xmlns:a="http://schemas.openxmlformats.org/drawingml/2006/main">
              <a:ext uri="{FF2B5EF4-FFF2-40B4-BE49-F238E27FC236}">
                <a16:creationId xmlns:a16="http://schemas.microsoft.com/office/drawing/2014/main" id="{272974AD-E30D-4DA2-97A2-E770ECAB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02870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522E0"/>
                </a:solidFill>
                <a:latin typeface="Archivo"/>
                <a:ea typeface="Archivo"/>
                <a:cs typeface="Archivo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22E0"/>
                </a:solidFill>
                <a:latin typeface="Archivo"/>
                <a:ea typeface="Archivo"/>
                <a:cs typeface="Archivo"/>
              </a:defRPr>
            </a:pPr>
            <a:r>
              <a:rPr sz="1275" b="0">
                <a:solidFill>
                  <a:srgbClr val="5522E0"/>
                </a:solidFill>
                <a:latin typeface="Archivo"/>
                <a:ea typeface="Archivo"/>
                <a:cs typeface="Archivo"/>
              </a:rPr>
              <a:t>Capacity and test evidence — not audience metrics</a:t>
            </a:r>
          </a:p>
        </p:txBody>
      </p:sp>
    </p:spTree>
    <p:extLst>
      <p:ext uri="{BB962C8B-B14F-4D97-AF65-F5344CB8AC3E}">
        <p14:creationId xmlns:p14="http://schemas.microsoft.com/office/powerpoint/2010/main" val="10783730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53" name="Google Shape;1153;p45">
            <a:extLst xmlns:a="http://schemas.openxmlformats.org/drawingml/2006/main">
              <a:ext uri="{FF2B5EF4-FFF2-40B4-BE49-F238E27FC236}">
                <a16:creationId xmlns:a16="http://schemas.microsoft.com/office/drawing/2014/main" id="{4E472E5D-7374-43AD-82B2-832F68B8F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35d8294a514e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54" name="Google Shape;1154;p45">
            <a:extLst xmlns:a="http://schemas.openxmlformats.org/drawingml/2006/main">
              <a:ext uri="{FF2B5EF4-FFF2-40B4-BE49-F238E27FC236}">
                <a16:creationId xmlns:a16="http://schemas.microsoft.com/office/drawing/2014/main" id="{C79A37B3-06E4-4A66-9C3A-C2C8DF2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438150"/>
            <a:ext cx="4533900" cy="359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45">
            <a:extLst xmlns:a="http://schemas.openxmlformats.org/drawingml/2006/main">
              <a:ext uri="{FF2B5EF4-FFF2-40B4-BE49-F238E27FC236}">
                <a16:creationId xmlns:a16="http://schemas.microsoft.com/office/drawing/2014/main" id="{0E52DA1C-534E-48C0-8DA0-0E1516F8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438150"/>
            <a:ext cx="4660800" cy="95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sz="30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SNAKE utility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 ExtraBold"/>
              <a:buNone/>
            </a:pPr>
            <a:r>
              <a:rPr sz="30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and monetization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6" name="Google Shape;1156;p45">
            <a:extLst xmlns:a="http://schemas.openxmlformats.org/drawingml/2006/main">
              <a:ext uri="{FF2B5EF4-FFF2-40B4-BE49-F238E27FC236}">
                <a16:creationId xmlns:a16="http://schemas.microsoft.com/office/drawing/2014/main" id="{2B1695C4-429A-4D5B-A1C1-38361026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647825"/>
            <a:ext cx="4533900" cy="8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45">
            <a:extLst xmlns:a="http://schemas.openxmlformats.org/drawingml/2006/main">
              <a:ext uri="{FF2B5EF4-FFF2-40B4-BE49-F238E27FC236}">
                <a16:creationId xmlns:a16="http://schemas.microsoft.com/office/drawing/2014/main" id="{F631EDF0-0650-4D1E-B6ED-AAD8CF1F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647825"/>
            <a:ext cx="1473300" cy="8574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45">
            <a:extLst xmlns:a="http://schemas.openxmlformats.org/drawingml/2006/main">
              <a:ext uri="{FF2B5EF4-FFF2-40B4-BE49-F238E27FC236}">
                <a16:creationId xmlns:a16="http://schemas.microsoft.com/office/drawing/2014/main" id="{E9DE4F91-E617-4F12-A3AD-0AC5902C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1" y="1743075"/>
            <a:ext cx="1282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45">
            <a:extLst xmlns:a="http://schemas.openxmlformats.org/drawingml/2006/main">
              <a:ext uri="{FF2B5EF4-FFF2-40B4-BE49-F238E27FC236}">
                <a16:creationId xmlns:a16="http://schemas.microsoft.com/office/drawing/2014/main" id="{424ADFEF-3A09-4D81-A656-73B554C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1" y="1743075"/>
            <a:ext cx="1384200" cy="4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sz="2400" b="0" i="0" u="none" strike="noStrike" cap="non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</a:rPr>
              <a:t>Hold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0" name="Google Shape;1160;p45">
            <a:extLst xmlns:a="http://schemas.openxmlformats.org/drawingml/2006/main">
              <a:ext uri="{FF2B5EF4-FFF2-40B4-BE49-F238E27FC236}">
                <a16:creationId xmlns:a16="http://schemas.microsoft.com/office/drawing/2014/main" id="{49450555-EAB1-4DE5-9533-3805185D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1" y="2076450"/>
            <a:ext cx="1333500" cy="3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SNAKE 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your wallet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1" name="Google Shape;1161;p45">
            <a:extLst xmlns:a="http://schemas.openxmlformats.org/drawingml/2006/main">
              <a:ext uri="{FF2B5EF4-FFF2-40B4-BE49-F238E27FC236}">
                <a16:creationId xmlns:a16="http://schemas.microsoft.com/office/drawing/2014/main" id="{010957A2-7F88-4A22-B2D1-E2CCF214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605" y="1647825"/>
            <a:ext cx="1473300" cy="8574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45">
            <a:extLst xmlns:a="http://schemas.openxmlformats.org/drawingml/2006/main">
              <a:ext uri="{FF2B5EF4-FFF2-40B4-BE49-F238E27FC236}">
                <a16:creationId xmlns:a16="http://schemas.microsoft.com/office/drawing/2014/main" id="{5178EE07-C6FF-44B3-996B-C0A24DCB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855" y="1743075"/>
            <a:ext cx="1282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45">
            <a:extLst xmlns:a="http://schemas.openxmlformats.org/drawingml/2006/main">
              <a:ext uri="{FF2B5EF4-FFF2-40B4-BE49-F238E27FC236}">
                <a16:creationId xmlns:a16="http://schemas.microsoft.com/office/drawing/2014/main" id="{471208C9-622F-4DED-BB50-5D19F26A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855" y="1743075"/>
            <a:ext cx="1384200" cy="4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sz="2400" b="0" i="0" u="none" strike="noStrike" cap="non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</a:rPr>
              <a:t>Unlock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4" name="Google Shape;1164;p45">
            <a:extLst xmlns:a="http://schemas.openxmlformats.org/drawingml/2006/main">
              <a:ext uri="{FF2B5EF4-FFF2-40B4-BE49-F238E27FC236}">
                <a16:creationId xmlns:a16="http://schemas.microsoft.com/office/drawing/2014/main" id="{60A6F4E7-473E-42F2-9140-DC9C9BBF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855" y="2076450"/>
            <a:ext cx="1333500" cy="3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skins by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balance tier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5" name="Google Shape;1165;p45">
            <a:extLst xmlns:a="http://schemas.openxmlformats.org/drawingml/2006/main">
              <a:ext uri="{FF2B5EF4-FFF2-40B4-BE49-F238E27FC236}">
                <a16:creationId xmlns:a16="http://schemas.microsoft.com/office/drawing/2014/main" id="{6F201D92-38F4-4E67-929C-CADA5B05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950" y="1647825"/>
            <a:ext cx="1473300" cy="85740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 cap="flat" cmpd="sng">
            <a:solidFill>
              <a:srgbClr val="00000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45">
            <a:extLst xmlns:a="http://schemas.openxmlformats.org/drawingml/2006/main">
              <a:ext uri="{FF2B5EF4-FFF2-40B4-BE49-F238E27FC236}">
                <a16:creationId xmlns:a16="http://schemas.microsoft.com/office/drawing/2014/main" id="{0164793D-AFEE-4AF0-8737-ED8F3D72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1743075"/>
            <a:ext cx="1282800" cy="6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45">
            <a:extLst xmlns:a="http://schemas.openxmlformats.org/drawingml/2006/main">
              <a:ext uri="{FF2B5EF4-FFF2-40B4-BE49-F238E27FC236}">
                <a16:creationId xmlns:a16="http://schemas.microsoft.com/office/drawing/2014/main" id="{E5C57019-BD8C-43E8-A72A-3645EA51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1743075"/>
            <a:ext cx="1384200" cy="4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5522E0"/>
              </a:buClr>
              <a:buSzPts val="2400"/>
              <a:buFont typeface="Archivo ExtraBold"/>
              <a:buNone/>
            </a:pPr>
            <a:r>
              <a:rPr sz="2400" b="0" i="0" u="none" strike="noStrike" cap="none">
                <a:solidFill>
                  <a:srgbClr val="5522E0"/>
                </a:solidFill>
                <a:latin typeface="Archivo ExtraBold"/>
                <a:ea typeface="Archivo ExtraBold"/>
                <a:cs typeface="Archivo ExtraBold"/>
              </a:rPr>
              <a:t>Keep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8" name="Google Shape;1168;p45">
            <a:extLst xmlns:a="http://schemas.openxmlformats.org/drawingml/2006/main">
              <a:ext uri="{FF2B5EF4-FFF2-40B4-BE49-F238E27FC236}">
                <a16:creationId xmlns:a16="http://schemas.microsoft.com/office/drawing/2014/main" id="{7DB28C7E-E3E6-4E7A-AE46-D3EDC6FF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2076450"/>
            <a:ext cx="1333500" cy="3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tokens in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7C6B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7C6BFF"/>
                </a:solidFill>
                <a:latin typeface="Archivo"/>
                <a:ea typeface="Archivo"/>
                <a:cs typeface="Archivo"/>
              </a:rPr>
              <a:t>your wallet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9" name="Google Shape;1169;p45">
            <a:extLst xmlns:a="http://schemas.openxmlformats.org/drawingml/2006/main">
              <a:ext uri="{FF2B5EF4-FFF2-40B4-BE49-F238E27FC236}">
                <a16:creationId xmlns:a16="http://schemas.microsoft.com/office/drawing/2014/main" id="{D10F4016-97BE-4548-9768-7FD3DD7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886075"/>
            <a:ext cx="3710100" cy="11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45">
            <a:extLst xmlns:a="http://schemas.openxmlformats.org/drawingml/2006/main">
              <a:ext uri="{FF2B5EF4-FFF2-40B4-BE49-F238E27FC236}">
                <a16:creationId xmlns:a16="http://schemas.microsoft.com/office/drawing/2014/main" id="{F881AA42-EABE-47A8-AD51-66E28603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886075"/>
            <a:ext cx="37101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1" name="Google Shape;1171;p45">
            <a:extLst xmlns:a="http://schemas.openxmlformats.org/drawingml/2006/main">
              <a:ext uri="{FF2B5EF4-FFF2-40B4-BE49-F238E27FC236}">
                <a16:creationId xmlns:a16="http://schemas.microsoft.com/office/drawing/2014/main" id="{4AD33EE8-86C8-41D3-B7EF-BCF58E434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6eb3ee1e934e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2886075"/>
            <a:ext cx="161925" cy="2285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72" name="Google Shape;1172;p45">
            <a:extLst xmlns:a="http://schemas.openxmlformats.org/drawingml/2006/main">
              <a:ext uri="{FF2B5EF4-FFF2-40B4-BE49-F238E27FC236}">
                <a16:creationId xmlns:a16="http://schemas.microsoft.com/office/drawing/2014/main" id="{178619DC-1D4C-4467-AD02-BCD276A6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2886075"/>
            <a:ext cx="34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Planned cosmetic access. Mint address and balance thresholds are not set.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3" name="Google Shape;1173;p45">
            <a:extLst xmlns:a="http://schemas.openxmlformats.org/drawingml/2006/main">
              <a:ext uri="{FF2B5EF4-FFF2-40B4-BE49-F238E27FC236}">
                <a16:creationId xmlns:a16="http://schemas.microsoft.com/office/drawing/2014/main" id="{3DF31D6E-96E7-411E-832D-61C1C5B0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3476625"/>
            <a:ext cx="3710100" cy="5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4" name="Google Shape;1174;p45">
            <a:extLst xmlns:a="http://schemas.openxmlformats.org/drawingml/2006/main">
              <a:ext uri="{FF2B5EF4-FFF2-40B4-BE49-F238E27FC236}">
                <a16:creationId xmlns:a16="http://schemas.microsoft.com/office/drawing/2014/main" id="{23B318DB-84E0-47F3-B769-6E00BCC056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6eb3ee1e934eb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3476625"/>
            <a:ext cx="161925" cy="2285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75" name="Google Shape;1175;p45">
            <a:extLst xmlns:a="http://schemas.openxmlformats.org/drawingml/2006/main">
              <a:ext uri="{FF2B5EF4-FFF2-40B4-BE49-F238E27FC236}">
                <a16:creationId xmlns:a16="http://schemas.microsoft.com/office/drawing/2014/main" id="{2E24F82F-9F6E-411D-AE0A-35414313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3552825"/>
            <a:ext cx="34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Holding does not itself generate project revenue. The revenue model is still to be defined.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7" name="Google Shape;1177;p45">
            <a:extLst xmlns:a="http://schemas.openxmlformats.org/drawingml/2006/main">
              <a:ext uri="{FF2B5EF4-FFF2-40B4-BE49-F238E27FC236}">
                <a16:creationId xmlns:a16="http://schemas.microsoft.com/office/drawing/2014/main" id="{0A58E53E-2FF5-420C-8726-5F33A66D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62500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8" name="Google Shape;1178;p45">
            <a:extLst xmlns:a="http://schemas.openxmlformats.org/drawingml/2006/main">
              <a:ext uri="{FF2B5EF4-FFF2-40B4-BE49-F238E27FC236}">
                <a16:creationId xmlns:a16="http://schemas.microsoft.com/office/drawing/2014/main" id="{C84D9687-A9FE-4591-A78C-F18648D2D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10a3c898f142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4674161"/>
            <a:ext cx="297005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9" name="Google Shape;1179;p45">
            <a:extLst xmlns:a="http://schemas.openxmlformats.org/drawingml/2006/main">
              <a:ext uri="{FF2B5EF4-FFF2-40B4-BE49-F238E27FC236}">
                <a16:creationId xmlns:a16="http://schemas.microsoft.com/office/drawing/2014/main" id="{6FCDD3E5-36AD-4ED3-A870-788E69BF9D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33c860865a40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97946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0" name="Google Shape;1180;p45">
            <a:extLst xmlns:a="http://schemas.openxmlformats.org/drawingml/2006/main">
              <a:ext uri="{FF2B5EF4-FFF2-40B4-BE49-F238E27FC236}">
                <a16:creationId xmlns:a16="http://schemas.microsoft.com/office/drawing/2014/main" id="{DFE3F770-3E1C-4ACF-8B96-338DF0B9E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63a22c496a45b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08" y="4998895"/>
            <a:ext cx="38937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1" name="Google Shape;1181;p45">
            <a:extLst xmlns:a="http://schemas.openxmlformats.org/drawingml/2006/main">
              <a:ext uri="{FF2B5EF4-FFF2-40B4-BE49-F238E27FC236}">
                <a16:creationId xmlns:a16="http://schemas.microsoft.com/office/drawing/2014/main" id="{0ADDCD8F-26D6-4045-BED9-982C3B0F26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f7a1c75aa9409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1" y="4998021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2" name="Google Shape;1182;p45">
            <a:extLst xmlns:a="http://schemas.openxmlformats.org/drawingml/2006/main">
              <a:ext uri="{FF2B5EF4-FFF2-40B4-BE49-F238E27FC236}">
                <a16:creationId xmlns:a16="http://schemas.microsoft.com/office/drawing/2014/main" id="{387397D9-AFED-400F-9684-A4129C242E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ffa19306b942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23" y="4998021"/>
            <a:ext cx="42388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3" name="Google Shape;1183;p45">
            <a:extLst xmlns:a="http://schemas.openxmlformats.org/drawingml/2006/main">
              <a:ext uri="{FF2B5EF4-FFF2-40B4-BE49-F238E27FC236}">
                <a16:creationId xmlns:a16="http://schemas.microsoft.com/office/drawing/2014/main" id="{950715E5-2B3D-4CC5-8DEE-A342CCF22A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975f82e4f7495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97937"/>
            <a:ext cx="24687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4" name="Google Shape;1184;p45">
            <a:extLst xmlns:a="http://schemas.openxmlformats.org/drawingml/2006/main">
              <a:ext uri="{FF2B5EF4-FFF2-40B4-BE49-F238E27FC236}">
                <a16:creationId xmlns:a16="http://schemas.microsoft.com/office/drawing/2014/main" id="{DCA29767-60D3-4FFA-9277-FEEE0D6900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7a23ec8d5f45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4" y="4987686"/>
            <a:ext cx="25422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5" name="Google Shape;1185;p45">
            <a:extLst xmlns:a="http://schemas.openxmlformats.org/drawingml/2006/main">
              <a:ext uri="{FF2B5EF4-FFF2-40B4-BE49-F238E27FC236}">
                <a16:creationId xmlns:a16="http://schemas.microsoft.com/office/drawing/2014/main" id="{03010388-574B-4B7E-8E60-9F7A86A512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78720729f64ee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9" y="4998021"/>
            <a:ext cx="42388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6" name="Google Shape;1186;p45">
            <a:extLst xmlns:a="http://schemas.openxmlformats.org/drawingml/2006/main">
              <a:ext uri="{FF2B5EF4-FFF2-40B4-BE49-F238E27FC236}">
                <a16:creationId xmlns:a16="http://schemas.microsoft.com/office/drawing/2014/main" id="{FE04D481-FF72-48A7-AB23-2813C1D9E6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21de7c5e9b43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998021"/>
            <a:ext cx="45263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7" name="Google Shape;1187;p45">
            <a:extLst xmlns:a="http://schemas.openxmlformats.org/drawingml/2006/main">
              <a:ext uri="{FF2B5EF4-FFF2-40B4-BE49-F238E27FC236}">
                <a16:creationId xmlns:a16="http://schemas.microsoft.com/office/drawing/2014/main" id="{7791C441-BDF9-41AD-BF96-0E93FF3D69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e5e43e7f0a4e2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98011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8" name="Google Shape;1188;p45">
            <a:extLst xmlns:a="http://schemas.openxmlformats.org/drawingml/2006/main">
              <a:ext uri="{FF2B5EF4-FFF2-40B4-BE49-F238E27FC236}">
                <a16:creationId xmlns:a16="http://schemas.microsoft.com/office/drawing/2014/main" id="{ADC9822F-CAE0-42CE-8A8A-5D89868A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94" y="4754919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45">
            <a:extLst xmlns:a="http://schemas.openxmlformats.org/drawingml/2006/main">
              <a:ext uri="{FF2B5EF4-FFF2-40B4-BE49-F238E27FC236}">
                <a16:creationId xmlns:a16="http://schemas.microsoft.com/office/drawing/2014/main" id="{AF00F4E6-CC9F-4387-8BDD-EFBFFC93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94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45">
            <a:extLst xmlns:a="http://schemas.openxmlformats.org/drawingml/2006/main">
              <a:ext uri="{FF2B5EF4-FFF2-40B4-BE49-F238E27FC236}">
                <a16:creationId xmlns:a16="http://schemas.microsoft.com/office/drawing/2014/main" id="{458D6142-A4B9-4F7F-AF98-E4BCB516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94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p45">
            <a:extLst xmlns:a="http://schemas.openxmlformats.org/drawingml/2006/main">
              <a:ext uri="{FF2B5EF4-FFF2-40B4-BE49-F238E27FC236}">
                <a16:creationId xmlns:a16="http://schemas.microsoft.com/office/drawing/2014/main" id="{FF47675E-60B0-4E8E-A53B-0F224D72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94" y="4754919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45">
            <a:extLst xmlns:a="http://schemas.openxmlformats.org/drawingml/2006/main">
              <a:ext uri="{FF2B5EF4-FFF2-40B4-BE49-F238E27FC236}">
                <a16:creationId xmlns:a16="http://schemas.microsoft.com/office/drawing/2014/main" id="{49B1E82B-2B55-4EA5-8CF3-070F5438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894" y="4745273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45">
            <a:extLst xmlns:a="http://schemas.openxmlformats.org/drawingml/2006/main">
              <a:ext uri="{FF2B5EF4-FFF2-40B4-BE49-F238E27FC236}">
                <a16:creationId xmlns:a16="http://schemas.microsoft.com/office/drawing/2014/main" id="{E3E08AA7-3D18-4B0B-9489-2726E048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236" y="4791075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45">
            <a:extLst xmlns:a="http://schemas.openxmlformats.org/drawingml/2006/main">
              <a:ext uri="{FF2B5EF4-FFF2-40B4-BE49-F238E27FC236}">
                <a16:creationId xmlns:a16="http://schemas.microsoft.com/office/drawing/2014/main" id="{44706252-7309-4D48-89B2-D2694FD0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236" y="4791075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2" name="Google Shape;1202;p45">
            <a:extLst xmlns:a="http://schemas.openxmlformats.org/drawingml/2006/main">
              <a:ext uri="{FF2B5EF4-FFF2-40B4-BE49-F238E27FC236}">
                <a16:creationId xmlns:a16="http://schemas.microsoft.com/office/drawing/2014/main" id="{21B5793D-DD16-4A3A-A6A9-AD3ACB53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8" y="4779169"/>
            <a:ext cx="2223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08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3" name="">
            <a:extLst xmlns:a="http://schemas.openxmlformats.org/drawingml/2006/main">
              <a:ext uri="{FF2B5EF4-FFF2-40B4-BE49-F238E27FC236}">
                <a16:creationId xmlns:a16="http://schemas.microsoft.com/office/drawing/2014/main" id="{6BD0E36C-EA7D-4B5B-97FB-3F85BEC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  <p:sp>
        <p:nvSpPr>
          <p:cNvPr id="1204" name="">
            <a:extLst xmlns:a="http://schemas.openxmlformats.org/drawingml/2006/main">
              <a:ext uri="{FF2B5EF4-FFF2-40B4-BE49-F238E27FC236}">
                <a16:creationId xmlns:a16="http://schemas.microsoft.com/office/drawing/2014/main" id="{8983EC0B-6237-44BD-81D2-41516A7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"/>
            <a:ext cx="30480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  <p:sp>
        <p:nvSpPr>
          <p:cNvPr id="1205" name="">
            <a:extLst xmlns:a="http://schemas.openxmlformats.org/drawingml/2006/main">
              <a:ext uri="{FF2B5EF4-FFF2-40B4-BE49-F238E27FC236}">
                <a16:creationId xmlns:a16="http://schemas.microsoft.com/office/drawing/2014/main" id="{1D5BBFED-AFE8-4024-93F6-EC316A1B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288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BCB3FF"/>
                </a:solidFill>
                <a:latin typeface="Archivo"/>
                <a:ea typeface="Archivo"/>
                <a:cs typeface="Archivo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BCB3FF"/>
                </a:solidFill>
                <a:latin typeface="Archivo"/>
                <a:ea typeface="Archivo"/>
                <a:cs typeface="Archivo"/>
              </a:defRPr>
            </a:pPr>
            <a:r>
              <a:rPr sz="3600" b="1">
                <a:solidFill>
                  <a:srgbClr val="BCB3FF"/>
                </a:solidFill>
                <a:latin typeface="Archivo"/>
                <a:ea typeface="Archivo"/>
                <a:cs typeface="Archivo"/>
              </a:rPr>
              <a:t>SNAKE</a:t>
            </a:r>
          </a:p>
        </p:txBody>
      </p:sp>
      <p:sp>
        <p:nvSpPr>
          <p:cNvPr id="1206" name="">
            <a:extLst xmlns:a="http://schemas.openxmlformats.org/drawingml/2006/main">
              <a:ext uri="{FF2B5EF4-FFF2-40B4-BE49-F238E27FC236}">
                <a16:creationId xmlns:a16="http://schemas.microsoft.com/office/drawing/2014/main" id="{DEB1A52F-2D8A-46FA-9C46-6B9F5CDB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1725" b="0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Planned game token</a:t>
            </a:r>
          </a:p>
        </p:txBody>
      </p:sp>
    </p:spTree>
    <p:extLst>
      <p:ext uri="{BB962C8B-B14F-4D97-AF65-F5344CB8AC3E}">
        <p14:creationId xmlns:p14="http://schemas.microsoft.com/office/powerpoint/2010/main" val="922709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35" name="Google Shape;935;p41">
            <a:extLst xmlns:a="http://schemas.openxmlformats.org/drawingml/2006/main">
              <a:ext uri="{FF2B5EF4-FFF2-40B4-BE49-F238E27FC236}">
                <a16:creationId xmlns:a16="http://schemas.microsoft.com/office/drawing/2014/main" id="{100C708D-DF71-46F8-8FDF-15138B5C5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217ed11a7e4f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36" name="Google Shape;936;p41">
            <a:extLst xmlns:a="http://schemas.openxmlformats.org/drawingml/2006/main">
              <a:ext uri="{FF2B5EF4-FFF2-40B4-BE49-F238E27FC236}">
                <a16:creationId xmlns:a16="http://schemas.microsoft.com/office/drawing/2014/main" id="{D3BBAB27-DEC1-482A-8C1E-3615A59D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357313"/>
            <a:ext cx="5910300" cy="17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1">
            <a:extLst xmlns:a="http://schemas.openxmlformats.org/drawingml/2006/main">
              <a:ext uri="{FF2B5EF4-FFF2-40B4-BE49-F238E27FC236}">
                <a16:creationId xmlns:a16="http://schemas.microsoft.com/office/drawing/2014/main" id="{78E755D3-CF16-420A-84A4-2D557686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357313"/>
            <a:ext cx="5910300" cy="11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1">
            <a:extLst xmlns:a="http://schemas.openxmlformats.org/drawingml/2006/main">
              <a:ext uri="{FF2B5EF4-FFF2-40B4-BE49-F238E27FC236}">
                <a16:creationId xmlns:a16="http://schemas.microsoft.com/office/drawing/2014/main" id="{5AA74DDD-130C-434E-9B13-18E16138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357313"/>
            <a:ext cx="6037200" cy="5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sz="3000" b="1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Why Solana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9" name="Google Shape;939;p41">
            <a:extLst xmlns:a="http://schemas.openxmlformats.org/drawingml/2006/main">
              <a:ext uri="{FF2B5EF4-FFF2-40B4-BE49-F238E27FC236}">
                <a16:creationId xmlns:a16="http://schemas.microsoft.com/office/drawing/2014/main" id="{74C47C58-4529-4640-A54C-1E3B71FB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1866900"/>
            <a:ext cx="566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2400"/>
              <a:buFont typeface="Archivo SemiBold"/>
              <a:buNone/>
            </a:pPr>
            <a:r>
              <a:rPr sz="24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Verify SNAKE holdings.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2400"/>
              <a:buFont typeface="Archivo SemiBold"/>
              <a:buNone/>
            </a:pPr>
            <a:r>
              <a:rPr sz="24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Unlock cosmetic access.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0" name="Google Shape;940;p41">
            <a:extLst xmlns:a="http://schemas.openxmlformats.org/drawingml/2006/main">
              <a:ext uri="{FF2B5EF4-FFF2-40B4-BE49-F238E27FC236}">
                <a16:creationId xmlns:a16="http://schemas.microsoft.com/office/drawing/2014/main" id="{0F96CFDD-6A3C-41F0-BE91-F4C0A0CE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914650"/>
            <a:ext cx="5143500" cy="1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1">
            <a:extLst xmlns:a="http://schemas.openxmlformats.org/drawingml/2006/main">
              <a:ext uri="{FF2B5EF4-FFF2-40B4-BE49-F238E27FC236}">
                <a16:creationId xmlns:a16="http://schemas.microsoft.com/office/drawing/2014/main" id="{89BC6D79-03F5-4803-8274-D8E6EEAE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9146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defPPr>
              <a:defRPr sz="1500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defPPr>
          </a:lstStyle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200"/>
              <a:buFont typeface="Archivo"/>
              <a:buNone/>
              <a:defRPr sz="1500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5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Planned wallet proof and SPL token balance reads.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200"/>
              <a:buFont typeface="Archivo"/>
              <a:buNone/>
              <a:defRPr sz="1500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defRPr>
            </a:pPr>
            <a:r>
              <a:rPr sz="15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Real-time gameplay stays off-chain.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2" name="Google Shape;942;p41">
            <a:extLst xmlns:a="http://schemas.openxmlformats.org/drawingml/2006/main">
              <a:ext uri="{FF2B5EF4-FFF2-40B4-BE49-F238E27FC236}">
                <a16:creationId xmlns:a16="http://schemas.microsoft.com/office/drawing/2014/main" id="{370FCF9C-5C98-466B-BF7A-7114027D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52975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41">
            <a:extLst xmlns:a="http://schemas.openxmlformats.org/drawingml/2006/main">
              <a:ext uri="{FF2B5EF4-FFF2-40B4-BE49-F238E27FC236}">
                <a16:creationId xmlns:a16="http://schemas.microsoft.com/office/drawing/2014/main" id="{49BFC92F-149F-45BB-982B-845E0A2DA7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6407c7383940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4664636"/>
            <a:ext cx="297010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44" name="Google Shape;944;p41">
            <a:extLst xmlns:a="http://schemas.openxmlformats.org/drawingml/2006/main">
              <a:ext uri="{FF2B5EF4-FFF2-40B4-BE49-F238E27FC236}">
                <a16:creationId xmlns:a16="http://schemas.microsoft.com/office/drawing/2014/main" id="{D3A21D48-1F2C-496D-8140-8B938748B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b84d62300640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88421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45" name="Google Shape;945;p41">
            <a:extLst xmlns:a="http://schemas.openxmlformats.org/drawingml/2006/main">
              <a:ext uri="{FF2B5EF4-FFF2-40B4-BE49-F238E27FC236}">
                <a16:creationId xmlns:a16="http://schemas.microsoft.com/office/drawing/2014/main" id="{5AF2E1DE-9449-4E7E-AFC1-9662758C1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cc1a922b874c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13" y="4989370"/>
            <a:ext cx="38933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46" name="Google Shape;946;p41">
            <a:extLst xmlns:a="http://schemas.openxmlformats.org/drawingml/2006/main">
              <a:ext uri="{FF2B5EF4-FFF2-40B4-BE49-F238E27FC236}">
                <a16:creationId xmlns:a16="http://schemas.microsoft.com/office/drawing/2014/main" id="{C5781BAA-EAFB-4DAC-AE4B-CFF9614A17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1ad88ce53541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6" y="4988496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47" name="Google Shape;947;p41">
            <a:extLst xmlns:a="http://schemas.openxmlformats.org/drawingml/2006/main">
              <a:ext uri="{FF2B5EF4-FFF2-40B4-BE49-F238E27FC236}">
                <a16:creationId xmlns:a16="http://schemas.microsoft.com/office/drawing/2014/main" id="{070672DB-D3C6-4D92-B286-E1937DC298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382d329a0e4e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19" y="4988496"/>
            <a:ext cx="42393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48" name="Google Shape;948;p41">
            <a:extLst xmlns:a="http://schemas.openxmlformats.org/drawingml/2006/main">
              <a:ext uri="{FF2B5EF4-FFF2-40B4-BE49-F238E27FC236}">
                <a16:creationId xmlns:a16="http://schemas.microsoft.com/office/drawing/2014/main" id="{A50DCFC4-DBD9-4A8D-A126-5A6DD9F9B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54820242f840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88412"/>
            <a:ext cx="24691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49" name="Google Shape;949;p41">
            <a:extLst xmlns:a="http://schemas.openxmlformats.org/drawingml/2006/main">
              <a:ext uri="{FF2B5EF4-FFF2-40B4-BE49-F238E27FC236}">
                <a16:creationId xmlns:a16="http://schemas.microsoft.com/office/drawing/2014/main" id="{9B65934F-2B73-4D45-A6D6-CB9487077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3c63aa8e8b44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4" y="4978161"/>
            <a:ext cx="25417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50" name="Google Shape;950;p41">
            <a:extLst xmlns:a="http://schemas.openxmlformats.org/drawingml/2006/main">
              <a:ext uri="{FF2B5EF4-FFF2-40B4-BE49-F238E27FC236}">
                <a16:creationId xmlns:a16="http://schemas.microsoft.com/office/drawing/2014/main" id="{AEB865D2-88DB-4690-B563-8199F17A6A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ce8f739ae744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5" y="4988496"/>
            <a:ext cx="42393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51" name="Google Shape;951;p41">
            <a:extLst xmlns:a="http://schemas.openxmlformats.org/drawingml/2006/main">
              <a:ext uri="{FF2B5EF4-FFF2-40B4-BE49-F238E27FC236}">
                <a16:creationId xmlns:a16="http://schemas.microsoft.com/office/drawing/2014/main" id="{CA011084-4BF3-4BBB-A9FD-1D0A07886D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6f68dd7a7e4d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988496"/>
            <a:ext cx="45258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52" name="Google Shape;952;p41">
            <a:extLst xmlns:a="http://schemas.openxmlformats.org/drawingml/2006/main">
              <a:ext uri="{FF2B5EF4-FFF2-40B4-BE49-F238E27FC236}">
                <a16:creationId xmlns:a16="http://schemas.microsoft.com/office/drawing/2014/main" id="{323E4AB3-A49A-4769-8E71-FF9F313FA4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be513de8834b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88486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53" name="Google Shape;953;p41">
            <a:extLst xmlns:a="http://schemas.openxmlformats.org/drawingml/2006/main">
              <a:ext uri="{FF2B5EF4-FFF2-40B4-BE49-F238E27FC236}">
                <a16:creationId xmlns:a16="http://schemas.microsoft.com/office/drawing/2014/main" id="{3D661DEB-7F0D-43AE-9A0E-1093DAC6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394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1">
            <a:extLst xmlns:a="http://schemas.openxmlformats.org/drawingml/2006/main">
              <a:ext uri="{FF2B5EF4-FFF2-40B4-BE49-F238E27FC236}">
                <a16:creationId xmlns:a16="http://schemas.microsoft.com/office/drawing/2014/main" id="{AA45FC70-7362-46B5-B638-ABA0BDE7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1">
            <a:extLst xmlns:a="http://schemas.openxmlformats.org/drawingml/2006/main">
              <a:ext uri="{FF2B5EF4-FFF2-40B4-BE49-F238E27FC236}">
                <a16:creationId xmlns:a16="http://schemas.microsoft.com/office/drawing/2014/main" id="{BFEEF427-3A53-4F43-8C6F-BE0E47FA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1">
            <a:extLst xmlns:a="http://schemas.openxmlformats.org/drawingml/2006/main">
              <a:ext uri="{FF2B5EF4-FFF2-40B4-BE49-F238E27FC236}">
                <a16:creationId xmlns:a16="http://schemas.microsoft.com/office/drawing/2014/main" id="{9D43E0E4-E9F4-4B75-9EB0-321CE6B3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41">
            <a:extLst xmlns:a="http://schemas.openxmlformats.org/drawingml/2006/main">
              <a:ext uri="{FF2B5EF4-FFF2-40B4-BE49-F238E27FC236}">
                <a16:creationId xmlns:a16="http://schemas.microsoft.com/office/drawing/2014/main" id="{9B0BE2B5-BA89-4194-8DA0-82256FDE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08" y="4735748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1">
            <a:extLst xmlns:a="http://schemas.openxmlformats.org/drawingml/2006/main">
              <a:ext uri="{FF2B5EF4-FFF2-40B4-BE49-F238E27FC236}">
                <a16:creationId xmlns:a16="http://schemas.microsoft.com/office/drawing/2014/main" id="{918663D8-52F8-4074-AF6E-38B4ECD5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9" y="4781550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41">
            <a:extLst xmlns:a="http://schemas.openxmlformats.org/drawingml/2006/main">
              <a:ext uri="{FF2B5EF4-FFF2-40B4-BE49-F238E27FC236}">
                <a16:creationId xmlns:a16="http://schemas.microsoft.com/office/drawing/2014/main" id="{E4D29852-DAF5-46FB-8AFF-8CF24259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49" y="4781550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7" name="Google Shape;967;p41">
            <a:extLst xmlns:a="http://schemas.openxmlformats.org/drawingml/2006/main">
              <a:ext uri="{FF2B5EF4-FFF2-40B4-BE49-F238E27FC236}">
                <a16:creationId xmlns:a16="http://schemas.microsoft.com/office/drawing/2014/main" id="{D570A125-8679-4CFE-954B-4C22EF8F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746" y="4769644"/>
            <a:ext cx="2271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09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968" name="Google Shape;968;p41">
            <a:extLst xmlns:a="http://schemas.openxmlformats.org/drawingml/2006/main">
              <a:ext uri="{FF2B5EF4-FFF2-40B4-BE49-F238E27FC236}">
                <a16:creationId xmlns:a16="http://schemas.microsoft.com/office/drawing/2014/main" id="{185AA04E-10F0-454D-A60C-EFC9595D1C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78ebc0ded643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96081" y="2139776"/>
            <a:ext cx="2446853" cy="24319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69" name="">
            <a:extLst xmlns:a="http://schemas.openxmlformats.org/drawingml/2006/main">
              <a:ext uri="{FF2B5EF4-FFF2-40B4-BE49-F238E27FC236}">
                <a16:creationId xmlns:a16="http://schemas.microsoft.com/office/drawing/2014/main" id="{F9ACD360-56AD-4702-958B-86C4FEB3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677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74" name="Google Shape;974;p42">
            <a:extLst xmlns:a="http://schemas.openxmlformats.org/drawingml/2006/main">
              <a:ext uri="{FF2B5EF4-FFF2-40B4-BE49-F238E27FC236}">
                <a16:creationId xmlns:a16="http://schemas.microsoft.com/office/drawing/2014/main" id="{7B4A682E-C639-4D13-875F-11A56D86D8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50a146abeb49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75" name="Google Shape;975;p42">
            <a:extLst xmlns:a="http://schemas.openxmlformats.org/drawingml/2006/main">
              <a:ext uri="{FF2B5EF4-FFF2-40B4-BE49-F238E27FC236}">
                <a16:creationId xmlns:a16="http://schemas.microsoft.com/office/drawing/2014/main" id="{3D7EC1B1-8198-4310-B116-FAFFA8B9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912019"/>
            <a:ext cx="3710100" cy="26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42">
            <a:extLst xmlns:a="http://schemas.openxmlformats.org/drawingml/2006/main">
              <a:ext uri="{FF2B5EF4-FFF2-40B4-BE49-F238E27FC236}">
                <a16:creationId xmlns:a16="http://schemas.microsoft.com/office/drawing/2014/main" id="{96900328-9C70-4745-A128-BE7D6F0B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912019"/>
            <a:ext cx="3837000" cy="95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sz="3000" b="1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One founder.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sz="3000" b="1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One working prototype.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7" name="Google Shape;977;p42">
            <a:extLst xmlns:a="http://schemas.openxmlformats.org/drawingml/2006/main">
              <a:ext uri="{FF2B5EF4-FFF2-40B4-BE49-F238E27FC236}">
                <a16:creationId xmlns:a16="http://schemas.microsoft.com/office/drawing/2014/main" id="{794DB8EF-1559-41EC-9AAD-CF918743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121694"/>
            <a:ext cx="3700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2">
            <a:extLst xmlns:a="http://schemas.openxmlformats.org/drawingml/2006/main">
              <a:ext uri="{FF2B5EF4-FFF2-40B4-BE49-F238E27FC236}">
                <a16:creationId xmlns:a16="http://schemas.microsoft.com/office/drawing/2014/main" id="{8A2278FD-EA1B-4BCF-88E6-7D466246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121694"/>
            <a:ext cx="37005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42">
            <a:extLst xmlns:a="http://schemas.openxmlformats.org/drawingml/2006/main">
              <a:ext uri="{FF2B5EF4-FFF2-40B4-BE49-F238E27FC236}">
                <a16:creationId xmlns:a16="http://schemas.microsoft.com/office/drawing/2014/main" id="{89FE9ECB-F82E-43F1-B14E-D396BFEF1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b35878428d41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2121694"/>
            <a:ext cx="1619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80" name="Google Shape;980;p42">
            <a:extLst xmlns:a="http://schemas.openxmlformats.org/drawingml/2006/main">
              <a:ext uri="{FF2B5EF4-FFF2-40B4-BE49-F238E27FC236}">
                <a16:creationId xmlns:a16="http://schemas.microsoft.com/office/drawing/2014/main" id="{97571FF6-A705-49BF-A0E8-25BDF8F5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2121694"/>
            <a:ext cx="3443400" cy="4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Browser game deployed on iDos Games.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1" name="Google Shape;981;p42">
            <a:extLst xmlns:a="http://schemas.openxmlformats.org/drawingml/2006/main">
              <a:ext uri="{FF2B5EF4-FFF2-40B4-BE49-F238E27FC236}">
                <a16:creationId xmlns:a16="http://schemas.microsoft.com/office/drawing/2014/main" id="{7C726C95-F868-4E1C-B183-2DDF24CC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2712244"/>
            <a:ext cx="37005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2" name="Google Shape;982;p42">
            <a:extLst xmlns:a="http://schemas.openxmlformats.org/drawingml/2006/main">
              <a:ext uri="{FF2B5EF4-FFF2-40B4-BE49-F238E27FC236}">
                <a16:creationId xmlns:a16="http://schemas.microsoft.com/office/drawing/2014/main" id="{F6FE95BC-C47E-40FE-A6DE-55ABD07D72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b35878428d41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2712244"/>
            <a:ext cx="1619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83" name="Google Shape;983;p42">
            <a:extLst xmlns:a="http://schemas.openxmlformats.org/drawingml/2006/main">
              <a:ext uri="{FF2B5EF4-FFF2-40B4-BE49-F238E27FC236}">
                <a16:creationId xmlns:a16="http://schemas.microsoft.com/office/drawing/2014/main" id="{67106635-81E7-4AF0-BFBF-4D1AB631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2712244"/>
            <a:ext cx="3443400" cy="4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Room-code multiplayer is the current MVP.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4" name="Google Shape;984;p42">
            <a:extLst xmlns:a="http://schemas.openxmlformats.org/drawingml/2006/main">
              <a:ext uri="{FF2B5EF4-FFF2-40B4-BE49-F238E27FC236}">
                <a16:creationId xmlns:a16="http://schemas.microsoft.com/office/drawing/2014/main" id="{8E66A9DB-3E41-406B-B4ED-5C88DCD1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3302794"/>
            <a:ext cx="37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5" name="Google Shape;985;p42">
            <a:extLst xmlns:a="http://schemas.openxmlformats.org/drawingml/2006/main">
              <a:ext uri="{FF2B5EF4-FFF2-40B4-BE49-F238E27FC236}">
                <a16:creationId xmlns:a16="http://schemas.microsoft.com/office/drawing/2014/main" id="{6BA7BA07-88A4-4B99-8900-BA26EB335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b35878428d41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251" y="3302794"/>
            <a:ext cx="1619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86" name="Google Shape;986;p42">
            <a:extLst xmlns:a="http://schemas.openxmlformats.org/drawingml/2006/main">
              <a:ext uri="{FF2B5EF4-FFF2-40B4-BE49-F238E27FC236}">
                <a16:creationId xmlns:a16="http://schemas.microsoft.com/office/drawing/2014/main" id="{B3421B4E-661A-4512-B4F7-687A600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6" y="3302794"/>
            <a:ext cx="344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Next milestone: SNAKE-based skins.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7" name="Google Shape;987;p42">
            <a:extLst xmlns:a="http://schemas.openxmlformats.org/drawingml/2006/main">
              <a:ext uri="{FF2B5EF4-FFF2-40B4-BE49-F238E27FC236}">
                <a16:creationId xmlns:a16="http://schemas.microsoft.com/office/drawing/2014/main" id="{4EB733D2-B8B6-442F-B6B0-DF93C1AB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52975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8" name="Google Shape;988;p42">
            <a:extLst xmlns:a="http://schemas.openxmlformats.org/drawingml/2006/main">
              <a:ext uri="{FF2B5EF4-FFF2-40B4-BE49-F238E27FC236}">
                <a16:creationId xmlns:a16="http://schemas.microsoft.com/office/drawing/2014/main" id="{AFD56AB1-45F5-46E7-B140-8166B72A47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c59b1ba7b84f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4664636"/>
            <a:ext cx="297005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89" name="Google Shape;989;p42">
            <a:extLst xmlns:a="http://schemas.openxmlformats.org/drawingml/2006/main">
              <a:ext uri="{FF2B5EF4-FFF2-40B4-BE49-F238E27FC236}">
                <a16:creationId xmlns:a16="http://schemas.microsoft.com/office/drawing/2014/main" id="{BA6B9221-E019-4B2B-B721-7292AD30D9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75994ad47542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88421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0" name="Google Shape;990;p42">
            <a:extLst xmlns:a="http://schemas.openxmlformats.org/drawingml/2006/main">
              <a:ext uri="{FF2B5EF4-FFF2-40B4-BE49-F238E27FC236}">
                <a16:creationId xmlns:a16="http://schemas.microsoft.com/office/drawing/2014/main" id="{8EBF704F-1462-4BA9-B16B-AEFA77D8D4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c031687f0a498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08" y="4989370"/>
            <a:ext cx="38937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1" name="Google Shape;991;p42">
            <a:extLst xmlns:a="http://schemas.openxmlformats.org/drawingml/2006/main">
              <a:ext uri="{FF2B5EF4-FFF2-40B4-BE49-F238E27FC236}">
                <a16:creationId xmlns:a16="http://schemas.microsoft.com/office/drawing/2014/main" id="{79FFC87B-8E00-4404-AF49-FCFD33ACD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0fb5e5aa1f4c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1" y="4988496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2" name="Google Shape;992;p42">
            <a:extLst xmlns:a="http://schemas.openxmlformats.org/drawingml/2006/main">
              <a:ext uri="{FF2B5EF4-FFF2-40B4-BE49-F238E27FC236}">
                <a16:creationId xmlns:a16="http://schemas.microsoft.com/office/drawing/2014/main" id="{B67ECF55-E831-4C23-9142-E22E67BB73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55dab765794a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23" y="4988496"/>
            <a:ext cx="42388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3" name="Google Shape;993;p42">
            <a:extLst xmlns:a="http://schemas.openxmlformats.org/drawingml/2006/main">
              <a:ext uri="{FF2B5EF4-FFF2-40B4-BE49-F238E27FC236}">
                <a16:creationId xmlns:a16="http://schemas.microsoft.com/office/drawing/2014/main" id="{EAD19AA1-2E7A-40B9-8C8E-1F4ACF7CEF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20eeef7da446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88412"/>
            <a:ext cx="24687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4" name="Google Shape;994;p42">
            <a:extLst xmlns:a="http://schemas.openxmlformats.org/drawingml/2006/main">
              <a:ext uri="{FF2B5EF4-FFF2-40B4-BE49-F238E27FC236}">
                <a16:creationId xmlns:a16="http://schemas.microsoft.com/office/drawing/2014/main" id="{04A3D749-6588-46B7-9B58-39FA09237D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c51fc5809046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4" y="4978161"/>
            <a:ext cx="25422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5" name="Google Shape;995;p42">
            <a:extLst xmlns:a="http://schemas.openxmlformats.org/drawingml/2006/main">
              <a:ext uri="{FF2B5EF4-FFF2-40B4-BE49-F238E27FC236}">
                <a16:creationId xmlns:a16="http://schemas.microsoft.com/office/drawing/2014/main" id="{7E8955AE-31D8-4D85-91DA-D42A5B01EF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124432ebd848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9" y="4988496"/>
            <a:ext cx="42388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6" name="Google Shape;996;p42">
            <a:extLst xmlns:a="http://schemas.openxmlformats.org/drawingml/2006/main">
              <a:ext uri="{FF2B5EF4-FFF2-40B4-BE49-F238E27FC236}">
                <a16:creationId xmlns:a16="http://schemas.microsoft.com/office/drawing/2014/main" id="{26E0CED3-7F3A-45EF-8342-9805AE623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33cbca1f214b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988496"/>
            <a:ext cx="45263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7" name="Google Shape;997;p42">
            <a:extLst xmlns:a="http://schemas.openxmlformats.org/drawingml/2006/main">
              <a:ext uri="{FF2B5EF4-FFF2-40B4-BE49-F238E27FC236}">
                <a16:creationId xmlns:a16="http://schemas.microsoft.com/office/drawing/2014/main" id="{57C977D6-C1E0-4174-AD44-CF10DD6C8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3cffc1c94c44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88486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8" name="Google Shape;998;p42">
            <a:extLst xmlns:a="http://schemas.openxmlformats.org/drawingml/2006/main">
              <a:ext uri="{FF2B5EF4-FFF2-40B4-BE49-F238E27FC236}">
                <a16:creationId xmlns:a16="http://schemas.microsoft.com/office/drawing/2014/main" id="{1BDD3F77-FBCE-4D30-8752-34F12782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45394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2">
            <a:extLst xmlns:a="http://schemas.openxmlformats.org/drawingml/2006/main">
              <a:ext uri="{FF2B5EF4-FFF2-40B4-BE49-F238E27FC236}">
                <a16:creationId xmlns:a16="http://schemas.microsoft.com/office/drawing/2014/main" id="{61A6F718-AB89-4EF3-B8E7-728492E2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2">
            <a:extLst xmlns:a="http://schemas.openxmlformats.org/drawingml/2006/main">
              <a:ext uri="{FF2B5EF4-FFF2-40B4-BE49-F238E27FC236}">
                <a16:creationId xmlns:a16="http://schemas.microsoft.com/office/drawing/2014/main" id="{E83E37D4-A222-4DB7-9113-5BAC005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2">
            <a:extLst xmlns:a="http://schemas.openxmlformats.org/drawingml/2006/main">
              <a:ext uri="{FF2B5EF4-FFF2-40B4-BE49-F238E27FC236}">
                <a16:creationId xmlns:a16="http://schemas.microsoft.com/office/drawing/2014/main" id="{E2325B69-E997-4997-81EB-CF2E8098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2">
            <a:extLst xmlns:a="http://schemas.openxmlformats.org/drawingml/2006/main">
              <a:ext uri="{FF2B5EF4-FFF2-40B4-BE49-F238E27FC236}">
                <a16:creationId xmlns:a16="http://schemas.microsoft.com/office/drawing/2014/main" id="{AB37898E-C884-4D6A-8ABE-21A28BE3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35748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42">
            <a:extLst xmlns:a="http://schemas.openxmlformats.org/drawingml/2006/main">
              <a:ext uri="{FF2B5EF4-FFF2-40B4-BE49-F238E27FC236}">
                <a16:creationId xmlns:a16="http://schemas.microsoft.com/office/drawing/2014/main" id="{902C30E3-1079-433B-B186-E483BD8B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54" y="4781550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2">
            <a:extLst xmlns:a="http://schemas.openxmlformats.org/drawingml/2006/main">
              <a:ext uri="{FF2B5EF4-FFF2-40B4-BE49-F238E27FC236}">
                <a16:creationId xmlns:a16="http://schemas.microsoft.com/office/drawing/2014/main" id="{BE0B5384-5937-48D5-A2E5-DE0BD2CE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54" y="4781550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12" name="Google Shape;1012;p42">
            <a:extLst xmlns:a="http://schemas.openxmlformats.org/drawingml/2006/main">
              <a:ext uri="{FF2B5EF4-FFF2-40B4-BE49-F238E27FC236}">
                <a16:creationId xmlns:a16="http://schemas.microsoft.com/office/drawing/2014/main" id="{7ECBECE5-AB2E-449D-939C-F03432FF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746" y="4769644"/>
            <a:ext cx="2271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4" name="">
            <a:extLst xmlns:a="http://schemas.openxmlformats.org/drawingml/2006/main">
              <a:ext uri="{FF2B5EF4-FFF2-40B4-BE49-F238E27FC236}">
                <a16:creationId xmlns:a16="http://schemas.microsoft.com/office/drawing/2014/main" id="{DF25FF05-4D07-47DF-972E-150EAEBF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  <p:sp>
        <p:nvSpPr>
          <p:cNvPr id="1035" name="">
            <a:extLst xmlns:a="http://schemas.openxmlformats.org/drawingml/2006/main">
              <a:ext uri="{FF2B5EF4-FFF2-40B4-BE49-F238E27FC236}">
                <a16:creationId xmlns:a16="http://schemas.microsoft.com/office/drawing/2014/main" id="{5A13A3FC-CA53-45B1-8B0D-1687AE44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11111"/>
                </a:solidFill>
                <a:latin typeface="Archivo"/>
                <a:ea typeface="Archivo"/>
                <a:cs typeface="Archivo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Archivo"/>
                <a:ea typeface="Archivo"/>
                <a:cs typeface="Archivo"/>
              </a:defRPr>
            </a:pPr>
            <a:r>
              <a:rPr sz="3600" b="1">
                <a:solidFill>
                  <a:srgbClr val="111111"/>
                </a:solidFill>
                <a:latin typeface="Archivo"/>
                <a:ea typeface="Archivo"/>
                <a:cs typeface="Archivo"/>
              </a:rPr>
              <a:t>Dmitry</a:t>
            </a:r>
          </a:p>
        </p:txBody>
      </p:sp>
      <p:sp>
        <p:nvSpPr>
          <p:cNvPr id="1036" name="">
            <a:extLst xmlns:a="http://schemas.openxmlformats.org/drawingml/2006/main">
              <a:ext uri="{FF2B5EF4-FFF2-40B4-BE49-F238E27FC236}">
                <a16:creationId xmlns:a16="http://schemas.microsoft.com/office/drawing/2014/main" id="{3B554C11-3678-497D-8C8D-25B1A004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24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11111"/>
                </a:solidFill>
                <a:latin typeface="Archivo"/>
                <a:ea typeface="Archivo"/>
                <a:cs typeface="Archivo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Archivo"/>
                <a:ea typeface="Archivo"/>
                <a:cs typeface="Archivo"/>
              </a:defRPr>
            </a:pPr>
            <a:r>
              <a:rPr sz="1650" b="0">
                <a:solidFill>
                  <a:srgbClr val="111111"/>
                </a:solidFill>
                <a:latin typeface="Archivo"/>
                <a:ea typeface="Archivo"/>
                <a:cs typeface="Archivo"/>
              </a:rPr>
              <a:t>Solo founder and builder</a:t>
            </a:r>
          </a:p>
        </p:txBody>
      </p:sp>
      <p:sp>
        <p:nvSpPr>
          <p:cNvPr id="1037" name="">
            <a:extLst xmlns:a="http://schemas.openxmlformats.org/drawingml/2006/main">
              <a:ext uri="{FF2B5EF4-FFF2-40B4-BE49-F238E27FC236}">
                <a16:creationId xmlns:a16="http://schemas.microsoft.com/office/drawing/2014/main" id="{319ED325-EC21-46FC-B94D-13291D76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480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5522E0"/>
                </a:solidFill>
                <a:latin typeface="Archivo"/>
                <a:ea typeface="Archivo"/>
                <a:cs typeface="Archivo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5522E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5522E0"/>
                </a:solidFill>
                <a:latin typeface="Archivo"/>
                <a:ea typeface="Archivo"/>
                <a:cs typeface="Archivo"/>
              </a:rPr>
              <a:t>SolSnake</a:t>
            </a:r>
          </a:p>
        </p:txBody>
      </p:sp>
    </p:spTree>
    <p:extLst>
      <p:ext uri="{BB962C8B-B14F-4D97-AF65-F5344CB8AC3E}">
        <p14:creationId xmlns:p14="http://schemas.microsoft.com/office/powerpoint/2010/main" val="14126913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39" name="Google Shape;1039;p43">
            <a:extLst xmlns:a="http://schemas.openxmlformats.org/drawingml/2006/main">
              <a:ext uri="{FF2B5EF4-FFF2-40B4-BE49-F238E27FC236}">
                <a16:creationId xmlns:a16="http://schemas.microsoft.com/office/drawing/2014/main" id="{B2E856F2-73AD-43C0-90EC-0AD9C2C82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1cdbfe22574d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0" name="Google Shape;1040;p43">
            <a:extLst xmlns:a="http://schemas.openxmlformats.org/drawingml/2006/main">
              <a:ext uri="{FF2B5EF4-FFF2-40B4-BE49-F238E27FC236}">
                <a16:creationId xmlns:a16="http://schemas.microsoft.com/office/drawing/2014/main" id="{F3A4969D-F32E-4FFC-ACE3-AD634D92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381000"/>
            <a:ext cx="8248800" cy="12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3">
            <a:extLst xmlns:a="http://schemas.openxmlformats.org/drawingml/2006/main">
              <a:ext uri="{FF2B5EF4-FFF2-40B4-BE49-F238E27FC236}">
                <a16:creationId xmlns:a16="http://schemas.microsoft.com/office/drawing/2014/main" id="{7D48308E-ACAD-4AD4-99FD-6CAB09C0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1" y="381000"/>
            <a:ext cx="4961100" cy="137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chivo"/>
              <a:buNone/>
            </a:pPr>
            <a:r>
              <a:rPr sz="3000" b="1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The next development milestones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2" name="Google Shape;1042;p43">
            <a:extLst xmlns:a="http://schemas.openxmlformats.org/drawingml/2006/main">
              <a:ext uri="{FF2B5EF4-FFF2-40B4-BE49-F238E27FC236}">
                <a16:creationId xmlns:a16="http://schemas.microsoft.com/office/drawing/2014/main" id="{2E56FF9E-187C-49CC-85C5-4CF9AB53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93" y="381000"/>
            <a:ext cx="3033600" cy="18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43">
            <a:extLst xmlns:a="http://schemas.openxmlformats.org/drawingml/2006/main">
              <a:ext uri="{FF2B5EF4-FFF2-40B4-BE49-F238E27FC236}">
                <a16:creationId xmlns:a16="http://schemas.microsoft.com/office/drawing/2014/main" id="{161B7D48-7ED9-4EDA-9877-2AF70166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752975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4" name="Google Shape;1044;p43">
            <a:extLst xmlns:a="http://schemas.openxmlformats.org/drawingml/2006/main">
              <a:ext uri="{FF2B5EF4-FFF2-40B4-BE49-F238E27FC236}">
                <a16:creationId xmlns:a16="http://schemas.microsoft.com/office/drawing/2014/main" id="{9947C1A0-5EE3-4AD0-89A4-4E9179F9AA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154ac252b74f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4664636"/>
            <a:ext cx="297005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5" name="Google Shape;1045;p43">
            <a:extLst xmlns:a="http://schemas.openxmlformats.org/drawingml/2006/main">
              <a:ext uri="{FF2B5EF4-FFF2-40B4-BE49-F238E27FC236}">
                <a16:creationId xmlns:a16="http://schemas.microsoft.com/office/drawing/2014/main" id="{961FDA52-49C4-42CD-8501-AFBA57F3FC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b4f20ddb9546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988421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6" name="Google Shape;1046;p43">
            <a:extLst xmlns:a="http://schemas.openxmlformats.org/drawingml/2006/main">
              <a:ext uri="{FF2B5EF4-FFF2-40B4-BE49-F238E27FC236}">
                <a16:creationId xmlns:a16="http://schemas.microsoft.com/office/drawing/2014/main" id="{F5161B76-ECF5-41EC-BC4F-02B9ED3288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1622fa878f4d4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08" y="4989370"/>
            <a:ext cx="38937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7" name="Google Shape;1047;p43">
            <a:extLst xmlns:a="http://schemas.openxmlformats.org/drawingml/2006/main">
              <a:ext uri="{FF2B5EF4-FFF2-40B4-BE49-F238E27FC236}">
                <a16:creationId xmlns:a16="http://schemas.microsoft.com/office/drawing/2014/main" id="{778B91DF-C6C0-48D2-B878-3BBB0A18C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35f061667846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1" y="4988496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8" name="Google Shape;1048;p43">
            <a:extLst xmlns:a="http://schemas.openxmlformats.org/drawingml/2006/main">
              <a:ext uri="{FF2B5EF4-FFF2-40B4-BE49-F238E27FC236}">
                <a16:creationId xmlns:a16="http://schemas.microsoft.com/office/drawing/2014/main" id="{D4F3CC4B-4676-4B8D-BB5D-C32826EF08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91ddf8eb574d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23" y="4988496"/>
            <a:ext cx="42388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9" name="Google Shape;1049;p43">
            <a:extLst xmlns:a="http://schemas.openxmlformats.org/drawingml/2006/main">
              <a:ext uri="{FF2B5EF4-FFF2-40B4-BE49-F238E27FC236}">
                <a16:creationId xmlns:a16="http://schemas.microsoft.com/office/drawing/2014/main" id="{E487A811-3383-4E57-B8FC-0A10C27F7A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41dad460814d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988412"/>
            <a:ext cx="24687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0" name="Google Shape;1050;p43">
            <a:extLst xmlns:a="http://schemas.openxmlformats.org/drawingml/2006/main">
              <a:ext uri="{FF2B5EF4-FFF2-40B4-BE49-F238E27FC236}">
                <a16:creationId xmlns:a16="http://schemas.microsoft.com/office/drawing/2014/main" id="{30594B61-BCE2-4C58-B975-CA1F8C2A4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526eaf1543449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4" y="4978161"/>
            <a:ext cx="25422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1" name="Google Shape;1051;p43">
            <a:extLst xmlns:a="http://schemas.openxmlformats.org/drawingml/2006/main">
              <a:ext uri="{FF2B5EF4-FFF2-40B4-BE49-F238E27FC236}">
                <a16:creationId xmlns:a16="http://schemas.microsoft.com/office/drawing/2014/main" id="{DCFF52C8-0890-45EC-9A14-6A657A63EF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6afb2f68224f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9" y="4988496"/>
            <a:ext cx="42388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2" name="Google Shape;1052;p43">
            <a:extLst xmlns:a="http://schemas.openxmlformats.org/drawingml/2006/main">
              <a:ext uri="{FF2B5EF4-FFF2-40B4-BE49-F238E27FC236}">
                <a16:creationId xmlns:a16="http://schemas.microsoft.com/office/drawing/2014/main" id="{E36A53E4-B44C-4FD4-8834-3EE2F768C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bb7c59c7af49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988496"/>
            <a:ext cx="45263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3" name="Google Shape;1053;p43">
            <a:extLst xmlns:a="http://schemas.openxmlformats.org/drawingml/2006/main">
              <a:ext uri="{FF2B5EF4-FFF2-40B4-BE49-F238E27FC236}">
                <a16:creationId xmlns:a16="http://schemas.microsoft.com/office/drawing/2014/main" id="{FBBA768B-1D08-47BB-8DCA-0C50F4B2A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0945da42644c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988486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4" name="Google Shape;1054;p43">
            <a:extLst xmlns:a="http://schemas.openxmlformats.org/drawingml/2006/main">
              <a:ext uri="{FF2B5EF4-FFF2-40B4-BE49-F238E27FC236}">
                <a16:creationId xmlns:a16="http://schemas.microsoft.com/office/drawing/2014/main" id="{1BAA3BAD-9757-4667-B355-FE28DF14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45394"/>
            <a:ext cx="15135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43">
            <a:extLst xmlns:a="http://schemas.openxmlformats.org/drawingml/2006/main">
              <a:ext uri="{FF2B5EF4-FFF2-40B4-BE49-F238E27FC236}">
                <a16:creationId xmlns:a16="http://schemas.microsoft.com/office/drawing/2014/main" id="{D91DD34C-0212-4C46-80FB-C42215B5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43">
            <a:extLst xmlns:a="http://schemas.openxmlformats.org/drawingml/2006/main">
              <a:ext uri="{FF2B5EF4-FFF2-40B4-BE49-F238E27FC236}">
                <a16:creationId xmlns:a16="http://schemas.microsoft.com/office/drawing/2014/main" id="{3F8B5BF7-3D79-43F4-A1E2-4B070903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43">
            <a:extLst xmlns:a="http://schemas.openxmlformats.org/drawingml/2006/main">
              <a:ext uri="{FF2B5EF4-FFF2-40B4-BE49-F238E27FC236}">
                <a16:creationId xmlns:a16="http://schemas.microsoft.com/office/drawing/2014/main" id="{915E1B8C-BA6C-4C1C-904E-95B2524E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45394"/>
            <a:ext cx="233700" cy="2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43">
            <a:extLst xmlns:a="http://schemas.openxmlformats.org/drawingml/2006/main">
              <a:ext uri="{FF2B5EF4-FFF2-40B4-BE49-F238E27FC236}">
                <a16:creationId xmlns:a16="http://schemas.microsoft.com/office/drawing/2014/main" id="{BAE464EE-EF08-4610-9424-38ED7DE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513" y="4735748"/>
            <a:ext cx="233700" cy="2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3">
            <a:extLst xmlns:a="http://schemas.openxmlformats.org/drawingml/2006/main">
              <a:ext uri="{FF2B5EF4-FFF2-40B4-BE49-F238E27FC236}">
                <a16:creationId xmlns:a16="http://schemas.microsoft.com/office/drawing/2014/main" id="{E30695D5-6C2A-4B7A-B15B-F221F9F2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54" y="4781550"/>
            <a:ext cx="12381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43">
            <a:extLst xmlns:a="http://schemas.openxmlformats.org/drawingml/2006/main">
              <a:ext uri="{FF2B5EF4-FFF2-40B4-BE49-F238E27FC236}">
                <a16:creationId xmlns:a16="http://schemas.microsoft.com/office/drawing/2014/main" id="{0B760DD8-A9C1-4ED1-9A04-11AEB8B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54" y="4781550"/>
            <a:ext cx="1282800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SolSnake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8" name="Google Shape;1068;p43">
            <a:extLst xmlns:a="http://schemas.openxmlformats.org/drawingml/2006/main">
              <a:ext uri="{FF2B5EF4-FFF2-40B4-BE49-F238E27FC236}">
                <a16:creationId xmlns:a16="http://schemas.microsoft.com/office/drawing/2014/main" id="{70F4B645-F65F-4A51-A98A-B1FB77BD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746" y="4769644"/>
            <a:ext cx="227100" cy="2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chivo"/>
              <a:buNone/>
            </a:pPr>
            <a:r>
              <a:rPr sz="1200" b="0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9" name="Google Shape;1069;p43">
            <a:extLst xmlns:a="http://schemas.openxmlformats.org/drawingml/2006/main">
              <a:ext uri="{FF2B5EF4-FFF2-40B4-BE49-F238E27FC236}">
                <a16:creationId xmlns:a16="http://schemas.microsoft.com/office/drawing/2014/main" id="{A23D98DF-94AA-491A-9999-BF201C07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6" y="3831580"/>
            <a:ext cx="7410300" cy="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0" name="Google Shape;1070;p43">
            <a:extLst xmlns:a="http://schemas.openxmlformats.org/drawingml/2006/main">
              <a:ext uri="{FF2B5EF4-FFF2-40B4-BE49-F238E27FC236}">
                <a16:creationId xmlns:a16="http://schemas.microsoft.com/office/drawing/2014/main" id="{20665ABC-639D-409D-A4D5-11FF7A8BA0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e45e140b544f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776" y="3832380"/>
            <a:ext cx="135480" cy="269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1" name="Google Shape;1071;p43">
            <a:extLst xmlns:a="http://schemas.openxmlformats.org/drawingml/2006/main">
              <a:ext uri="{FF2B5EF4-FFF2-40B4-BE49-F238E27FC236}">
                <a16:creationId xmlns:a16="http://schemas.microsoft.com/office/drawing/2014/main" id="{52C65BAA-15F6-4F13-85F0-3D85EF72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256" y="3832380"/>
            <a:ext cx="3600" cy="26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6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2" name="Google Shape;1072;p43">
            <a:extLst xmlns:a="http://schemas.openxmlformats.org/drawingml/2006/main">
              <a:ext uri="{FF2B5EF4-FFF2-40B4-BE49-F238E27FC236}">
                <a16:creationId xmlns:a16="http://schemas.microsoft.com/office/drawing/2014/main" id="{74E01462-0E4C-4636-9B9E-4A6189C897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e0bb052a5b4c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6014" y="3831580"/>
            <a:ext cx="1782982" cy="2698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3" name="Google Shape;1073;p43">
            <a:extLst xmlns:a="http://schemas.openxmlformats.org/drawingml/2006/main">
              <a:ext uri="{FF2B5EF4-FFF2-40B4-BE49-F238E27FC236}">
                <a16:creationId xmlns:a16="http://schemas.microsoft.com/office/drawing/2014/main" id="{ABC704D9-7CE1-4B83-BEDE-F38A20E3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04" y="3911743"/>
            <a:ext cx="4902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Stage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74" name="Google Shape;1074;p43">
            <a:extLst xmlns:a="http://schemas.openxmlformats.org/drawingml/2006/main">
              <a:ext uri="{FF2B5EF4-FFF2-40B4-BE49-F238E27FC236}">
                <a16:creationId xmlns:a16="http://schemas.microsoft.com/office/drawing/2014/main" id="{3E650291-2153-45F7-8150-4E4051B963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58647077b84f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88995" y="3831580"/>
            <a:ext cx="1782982" cy="2698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5" name="Google Shape;1075;p43">
            <a:extLst xmlns:a="http://schemas.openxmlformats.org/drawingml/2006/main">
              <a:ext uri="{FF2B5EF4-FFF2-40B4-BE49-F238E27FC236}">
                <a16:creationId xmlns:a16="http://schemas.microsoft.com/office/drawing/2014/main" id="{5BA937ED-F440-4978-BB10-3EE16F09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886" y="3911743"/>
            <a:ext cx="4902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Stage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76" name="Google Shape;1076;p43">
            <a:extLst xmlns:a="http://schemas.openxmlformats.org/drawingml/2006/main">
              <a:ext uri="{FF2B5EF4-FFF2-40B4-BE49-F238E27FC236}">
                <a16:creationId xmlns:a16="http://schemas.microsoft.com/office/drawing/2014/main" id="{6EF87FD1-2347-4E08-8458-60D3980ADE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a003834a6347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1977" y="3831580"/>
            <a:ext cx="1782982" cy="2698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7" name="Google Shape;1077;p43">
            <a:extLst xmlns:a="http://schemas.openxmlformats.org/drawingml/2006/main">
              <a:ext uri="{FF2B5EF4-FFF2-40B4-BE49-F238E27FC236}">
                <a16:creationId xmlns:a16="http://schemas.microsoft.com/office/drawing/2014/main" id="{72D13077-B4D8-45F9-BA40-2668F268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867" y="3911743"/>
            <a:ext cx="4902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Stage 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78" name="Google Shape;1078;p43">
            <a:extLst xmlns:a="http://schemas.openxmlformats.org/drawingml/2006/main">
              <a:ext uri="{FF2B5EF4-FFF2-40B4-BE49-F238E27FC236}">
                <a16:creationId xmlns:a16="http://schemas.microsoft.com/office/drawing/2014/main" id="{E9F5022A-C4E7-447E-8A59-3B2A9A9182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455922b5c614cf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54958" y="3831580"/>
            <a:ext cx="1782982" cy="26987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9" name="Google Shape;1079;p43">
            <a:extLst xmlns:a="http://schemas.openxmlformats.org/drawingml/2006/main">
              <a:ext uri="{FF2B5EF4-FFF2-40B4-BE49-F238E27FC236}">
                <a16:creationId xmlns:a16="http://schemas.microsoft.com/office/drawing/2014/main" id="{21040F0E-1A56-474F-804D-BF8709C7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7848" y="3911743"/>
            <a:ext cx="4902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Stage 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80" name="Google Shape;1080;p43">
            <a:extLst xmlns:a="http://schemas.openxmlformats.org/drawingml/2006/main">
              <a:ext uri="{FF2B5EF4-FFF2-40B4-BE49-F238E27FC236}">
                <a16:creationId xmlns:a16="http://schemas.microsoft.com/office/drawing/2014/main" id="{8077E7C5-8FD9-4A63-91F0-6972E33AD2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db2334ba7143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37939" y="3832380"/>
            <a:ext cx="139248" cy="269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1" name="Google Shape;1081;p43">
            <a:extLst xmlns:a="http://schemas.openxmlformats.org/drawingml/2006/main">
              <a:ext uri="{FF2B5EF4-FFF2-40B4-BE49-F238E27FC236}">
                <a16:creationId xmlns:a16="http://schemas.microsoft.com/office/drawing/2014/main" id="{911743D8-A1BE-45B2-976D-DE2A62D9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990" y="2790825"/>
            <a:ext cx="1262100" cy="9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2" name="Google Shape;1082;p43">
            <a:extLst xmlns:a="http://schemas.openxmlformats.org/drawingml/2006/main">
              <a:ext uri="{FF2B5EF4-FFF2-40B4-BE49-F238E27FC236}">
                <a16:creationId xmlns:a16="http://schemas.microsoft.com/office/drawing/2014/main" id="{4F982D9B-1224-4843-AFEF-7E7A314F5A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90d06729ef42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7990" y="2790825"/>
            <a:ext cx="1261933" cy="2806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3" name="Google Shape;1083;p43">
            <a:extLst xmlns:a="http://schemas.openxmlformats.org/drawingml/2006/main">
              <a:ext uri="{FF2B5EF4-FFF2-40B4-BE49-F238E27FC236}">
                <a16:creationId xmlns:a16="http://schemas.microsoft.com/office/drawing/2014/main" id="{C2CEE8CF-5E13-4AA1-ADE6-A21918CD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563" y="2876420"/>
            <a:ext cx="9999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Read SNAKE balances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84" name="Google Shape;1084;p43">
            <a:extLst xmlns:a="http://schemas.openxmlformats.org/drawingml/2006/main">
              <a:ext uri="{FF2B5EF4-FFF2-40B4-BE49-F238E27FC236}">
                <a16:creationId xmlns:a16="http://schemas.microsoft.com/office/drawing/2014/main" id="{969E0092-BE0D-4BA1-8F9D-F9293176C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6812306c8941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27835" y="3071543"/>
            <a:ext cx="102245" cy="68130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5" name="Google Shape;1085;p43">
            <a:extLst xmlns:a="http://schemas.openxmlformats.org/drawingml/2006/main">
              <a:ext uri="{FF2B5EF4-FFF2-40B4-BE49-F238E27FC236}">
                <a16:creationId xmlns:a16="http://schemas.microsoft.com/office/drawing/2014/main" id="{5F5CB663-7689-46BB-A782-77191943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41" y="3219450"/>
            <a:ext cx="1104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6" name="Google Shape;1086;p43">
            <a:extLst xmlns:a="http://schemas.openxmlformats.org/drawingml/2006/main">
              <a:ext uri="{FF2B5EF4-FFF2-40B4-BE49-F238E27FC236}">
                <a16:creationId xmlns:a16="http://schemas.microsoft.com/office/drawing/2014/main" id="{8462D9BC-62CF-4240-BD90-B982962A1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721624b51449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09941" y="3219450"/>
            <a:ext cx="1104771" cy="2806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7" name="Google Shape;1087;p43">
            <a:extLst xmlns:a="http://schemas.openxmlformats.org/drawingml/2006/main">
              <a:ext uri="{FF2B5EF4-FFF2-40B4-BE49-F238E27FC236}">
                <a16:creationId xmlns:a16="http://schemas.microsoft.com/office/drawing/2014/main" id="{566177D8-49AE-4805-8E53-828D064A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13" y="3305045"/>
            <a:ext cx="8427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Apply skin eligibility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88" name="Google Shape;1088;p43">
            <a:extLst xmlns:a="http://schemas.openxmlformats.org/drawingml/2006/main">
              <a:ext uri="{FF2B5EF4-FFF2-40B4-BE49-F238E27FC236}">
                <a16:creationId xmlns:a16="http://schemas.microsoft.com/office/drawing/2014/main" id="{741A6BBB-C932-4524-864E-A96F5FFFEA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dd1ea0f7084c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11203" y="3500168"/>
            <a:ext cx="102245" cy="2526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9" name="Google Shape;1089;p43">
            <a:extLst xmlns:a="http://schemas.openxmlformats.org/drawingml/2006/main">
              <a:ext uri="{FF2B5EF4-FFF2-40B4-BE49-F238E27FC236}">
                <a16:creationId xmlns:a16="http://schemas.microsoft.com/office/drawing/2014/main" id="{ED831ECC-142B-43D3-8E35-1B80C272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31" y="2890838"/>
            <a:ext cx="918900" cy="9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0" name="Google Shape;1090;p43">
            <a:extLst xmlns:a="http://schemas.openxmlformats.org/drawingml/2006/main">
              <a:ext uri="{FF2B5EF4-FFF2-40B4-BE49-F238E27FC236}">
                <a16:creationId xmlns:a16="http://schemas.microsoft.com/office/drawing/2014/main" id="{1904DB68-CF8A-4958-936C-3D579F6D15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5d7b65c4af48f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24631" y="2890838"/>
            <a:ext cx="919033" cy="2806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1" name="Google Shape;1091;p43">
            <a:extLst xmlns:a="http://schemas.openxmlformats.org/drawingml/2006/main">
              <a:ext uri="{FF2B5EF4-FFF2-40B4-BE49-F238E27FC236}">
                <a16:creationId xmlns:a16="http://schemas.microsoft.com/office/drawing/2014/main" id="{72D80A87-3CC7-487F-9B43-9257310E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2204" y="2976432"/>
            <a:ext cx="6570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Publish holder beta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92" name="Google Shape;1092;p43">
            <a:extLst xmlns:a="http://schemas.openxmlformats.org/drawingml/2006/main">
              <a:ext uri="{FF2B5EF4-FFF2-40B4-BE49-F238E27FC236}">
                <a16:creationId xmlns:a16="http://schemas.microsoft.com/office/drawing/2014/main" id="{605EAEB0-D77F-44A3-AA18-8E4E3F596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cfe2ac4fd94b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33025" y="3171555"/>
            <a:ext cx="102245" cy="6574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3" name="Google Shape;1093;p43">
            <a:extLst xmlns:a="http://schemas.openxmlformats.org/drawingml/2006/main">
              <a:ext uri="{FF2B5EF4-FFF2-40B4-BE49-F238E27FC236}">
                <a16:creationId xmlns:a16="http://schemas.microsoft.com/office/drawing/2014/main" id="{8C3629B3-4A31-4480-9F6D-D2439CF2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6" y="3300413"/>
            <a:ext cx="1475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4" name="Google Shape;1094;p43">
            <a:extLst xmlns:a="http://schemas.openxmlformats.org/drawingml/2006/main">
              <a:ext uri="{FF2B5EF4-FFF2-40B4-BE49-F238E27FC236}">
                <a16:creationId xmlns:a16="http://schemas.microsoft.com/office/drawing/2014/main" id="{07682A53-8789-4A79-8750-1B97B9779A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94b1f2f91341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43026" y="3300413"/>
            <a:ext cx="1475707" cy="2806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5" name="Google Shape;1095;p43">
            <a:extLst xmlns:a="http://schemas.openxmlformats.org/drawingml/2006/main">
              <a:ext uri="{FF2B5EF4-FFF2-40B4-BE49-F238E27FC236}">
                <a16:creationId xmlns:a16="http://schemas.microsoft.com/office/drawing/2014/main" id="{C96EEC9F-4B37-4893-B4E1-B6ECA0D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754" y="3386007"/>
            <a:ext cx="12714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Connect wallets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096" name="Google Shape;1096;p43">
            <a:extLst xmlns:a="http://schemas.openxmlformats.org/drawingml/2006/main">
              <a:ext uri="{FF2B5EF4-FFF2-40B4-BE49-F238E27FC236}">
                <a16:creationId xmlns:a16="http://schemas.microsoft.com/office/drawing/2014/main" id="{8EE0A2C3-5652-41B3-8BE8-2188A14086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4bf008285742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29757" y="3581130"/>
            <a:ext cx="102245" cy="2526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7" name="Google Shape;1097;p43">
            <a:extLst xmlns:a="http://schemas.openxmlformats.org/drawingml/2006/main">
              <a:ext uri="{FF2B5EF4-FFF2-40B4-BE49-F238E27FC236}">
                <a16:creationId xmlns:a16="http://schemas.microsoft.com/office/drawing/2014/main" id="{2A0B7A7E-2C23-4FCF-A57A-51E8FF2A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93" y="3300413"/>
            <a:ext cx="143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8" name="Google Shape;1098;p43">
            <a:extLst xmlns:a="http://schemas.openxmlformats.org/drawingml/2006/main">
              <a:ext uri="{FF2B5EF4-FFF2-40B4-BE49-F238E27FC236}">
                <a16:creationId xmlns:a16="http://schemas.microsoft.com/office/drawing/2014/main" id="{B77BCEA9-A30E-4760-8D2C-7F1A45BF0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958e5e7fbd46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233993" y="3300413"/>
            <a:ext cx="1438146" cy="2806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9" name="Google Shape;1099;p43">
            <a:extLst xmlns:a="http://schemas.openxmlformats.org/drawingml/2006/main">
              <a:ext uri="{FF2B5EF4-FFF2-40B4-BE49-F238E27FC236}">
                <a16:creationId xmlns:a16="http://schemas.microsoft.com/office/drawing/2014/main" id="{2CF2CC7C-1BA5-4F4B-A2CE-22D68579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565" y="3386007"/>
            <a:ext cx="11763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chivo SemiBold"/>
              <a:buNone/>
            </a:pPr>
            <a:r>
              <a:rPr sz="800" b="0" i="0" u="none" strike="noStrike" cap="none">
                <a:solidFill>
                  <a:srgbClr val="000000"/>
                </a:solidFill>
                <a:latin typeface="Archivo SemiBold"/>
                <a:ea typeface="Archivo SemiBold"/>
                <a:cs typeface="Archivo SemiBold"/>
              </a:rPr>
              <a:t>Test with player groups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00" name="Google Shape;1100;p43">
            <a:extLst xmlns:a="http://schemas.openxmlformats.org/drawingml/2006/main">
              <a:ext uri="{FF2B5EF4-FFF2-40B4-BE49-F238E27FC236}">
                <a16:creationId xmlns:a16="http://schemas.microsoft.com/office/drawing/2014/main" id="{FC79B051-563E-49AF-AA54-B63761785B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dd1ea0f7084c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01943" y="3581130"/>
            <a:ext cx="102245" cy="2526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1" name="">
            <a:extLst xmlns:a="http://schemas.openxmlformats.org/drawingml/2006/main">
              <a:ext uri="{FF2B5EF4-FFF2-40B4-BE49-F238E27FC236}">
                <a16:creationId xmlns:a16="http://schemas.microsoft.com/office/drawing/2014/main" id="{6D1533CE-C8E3-443B-9742-FCFD7501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7434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22E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331109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06" name="Google Shape;1106;p44">
            <a:extLst xmlns:a="http://schemas.openxmlformats.org/drawingml/2006/main">
              <a:ext uri="{FF2B5EF4-FFF2-40B4-BE49-F238E27FC236}">
                <a16:creationId xmlns:a16="http://schemas.microsoft.com/office/drawing/2014/main" id="{227C24AB-DC17-4D65-9D37-D27A8B3E62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39dbde13444a0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9144010" cy="51428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07" name="Google Shape;1107;p44">
            <a:extLst xmlns:a="http://schemas.openxmlformats.org/drawingml/2006/main">
              <a:ext uri="{FF2B5EF4-FFF2-40B4-BE49-F238E27FC236}">
                <a16:creationId xmlns:a16="http://schemas.microsoft.com/office/drawing/2014/main" id="{254BDDA0-D21C-4953-BC3F-5B1478FEFE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1d6e43d9c847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4591041"/>
            <a:ext cx="4395363" cy="55239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08" name="Google Shape;1108;p44">
            <a:extLst xmlns:a="http://schemas.openxmlformats.org/drawingml/2006/main">
              <a:ext uri="{FF2B5EF4-FFF2-40B4-BE49-F238E27FC236}">
                <a16:creationId xmlns:a16="http://schemas.microsoft.com/office/drawing/2014/main" id="{21FBD6C2-200D-4D9B-BDC7-644A88D734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e459bbba7b4e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48654" y="4591041"/>
            <a:ext cx="4395354" cy="55239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9" name="Google Shape;1109;p44">
            <a:extLst xmlns:a="http://schemas.openxmlformats.org/drawingml/2006/main">
              <a:ext uri="{FF2B5EF4-FFF2-40B4-BE49-F238E27FC236}">
                <a16:creationId xmlns:a16="http://schemas.microsoft.com/office/drawing/2014/main" id="{1F28D1A7-7A97-4A88-B21A-8DCB2902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1" y="957263"/>
            <a:ext cx="7348500" cy="31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44">
            <a:extLst xmlns:a="http://schemas.openxmlformats.org/drawingml/2006/main">
              <a:ext uri="{FF2B5EF4-FFF2-40B4-BE49-F238E27FC236}">
                <a16:creationId xmlns:a16="http://schemas.microsoft.com/office/drawing/2014/main" id="{47F7F8BD-0F47-4A36-BCB6-926CA3C5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1" y="957263"/>
            <a:ext cx="4833900" cy="252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44">
            <a:extLst xmlns:a="http://schemas.openxmlformats.org/drawingml/2006/main">
              <a:ext uri="{FF2B5EF4-FFF2-40B4-BE49-F238E27FC236}">
                <a16:creationId xmlns:a16="http://schemas.microsoft.com/office/drawing/2014/main" id="{4A459EDC-EBEC-4AA5-93D4-DEE625C5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1" y="2108876"/>
            <a:ext cx="4833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4">
            <a:extLst xmlns:a="http://schemas.openxmlformats.org/drawingml/2006/main">
              <a:ext uri="{FF2B5EF4-FFF2-40B4-BE49-F238E27FC236}">
                <a16:creationId xmlns:a16="http://schemas.microsoft.com/office/drawing/2014/main" id="{4C7E31D9-F3C0-49F0-BA2A-06623E12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1" y="2108876"/>
            <a:ext cx="4973700" cy="67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Archivo ExtraBold"/>
              <a:buNone/>
            </a:pPr>
            <a:r>
              <a:rPr sz="37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SolSnake</a:t>
            </a:r>
            <a:endParaRPr sz="3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4" name="Google Shape;1124;p44">
            <a:extLst xmlns:a="http://schemas.openxmlformats.org/drawingml/2006/main">
              <a:ext uri="{FF2B5EF4-FFF2-40B4-BE49-F238E27FC236}">
                <a16:creationId xmlns:a16="http://schemas.microsoft.com/office/drawing/2014/main" id="{6012CE34-0C06-4C11-B6D5-5F623BE9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1" y="2699426"/>
            <a:ext cx="4929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chivo"/>
              <a:buNone/>
            </a:pPr>
            <a:r>
              <a:rPr sz="2200" b="1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Play with friends.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chivo"/>
              <a:buNone/>
            </a:pPr>
            <a:r>
              <a:rPr sz="2200" b="1" i="0" u="none" strike="noStrike" cap="none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Hold SNAKE for skins.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25" name="Google Shape;1125;p44">
            <a:extLst xmlns:a="http://schemas.openxmlformats.org/drawingml/2006/main">
              <a:ext uri="{FF2B5EF4-FFF2-40B4-BE49-F238E27FC236}">
                <a16:creationId xmlns:a16="http://schemas.microsoft.com/office/drawing/2014/main" id="{5EFF7A65-EEC2-44D4-9131-CEE409A399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6a5c492ead4d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5351" y="3080426"/>
            <a:ext cx="1433514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6" name="Google Shape;1126;p44">
            <a:extLst xmlns:a="http://schemas.openxmlformats.org/drawingml/2006/main">
              <a:ext uri="{FF2B5EF4-FFF2-40B4-BE49-F238E27FC236}">
                <a16:creationId xmlns:a16="http://schemas.microsoft.com/office/drawing/2014/main" id="{716FEF79-3826-4DAC-B0FE-D698093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1" y="36195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https://fpc8nue4.idos.games/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7" name="Google Shape;1127;p44">
            <a:extLst xmlns:a="http://schemas.openxmlformats.org/drawingml/2006/main">
              <a:ext uri="{FF2B5EF4-FFF2-40B4-BE49-F238E27FC236}">
                <a16:creationId xmlns:a16="http://schemas.microsoft.com/office/drawing/2014/main" id="{592BFE13-10D5-4304-B00A-887B4E73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6" y="957263"/>
            <a:ext cx="1938300" cy="31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44">
            <a:extLst xmlns:a="http://schemas.openxmlformats.org/drawingml/2006/main">
              <a:ext uri="{FF2B5EF4-FFF2-40B4-BE49-F238E27FC236}">
                <a16:creationId xmlns:a16="http://schemas.microsoft.com/office/drawing/2014/main" id="{635A59EC-2D18-479B-9128-BFB6CB11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6" y="957263"/>
            <a:ext cx="1938300" cy="10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4">
            <a:extLst xmlns:a="http://schemas.openxmlformats.org/drawingml/2006/main">
              <a:ext uri="{FF2B5EF4-FFF2-40B4-BE49-F238E27FC236}">
                <a16:creationId xmlns:a16="http://schemas.microsoft.com/office/drawing/2014/main" id="{D4D5350A-E392-42D8-B0CA-CC4B9942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2" y="957263"/>
            <a:ext cx="13191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chivo ExtraBold"/>
              <a:buNone/>
            </a:pPr>
            <a:r>
              <a:rPr sz="1800" b="0" i="0" u="none" strike="noStrike" cap="none">
                <a:solidFill>
                  <a:srgbClr val="FFFFFF"/>
                </a:solidFill>
                <a:latin typeface="Archivo ExtraBold"/>
                <a:ea typeface="Archivo ExtraBold"/>
                <a:cs typeface="Archivo ExtraBold"/>
              </a:rPr>
              <a:t>Dmitry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0" name="Google Shape;1130;p44">
            <a:extLst xmlns:a="http://schemas.openxmlformats.org/drawingml/2006/main">
              <a:ext uri="{FF2B5EF4-FFF2-40B4-BE49-F238E27FC236}">
                <a16:creationId xmlns:a16="http://schemas.microsoft.com/office/drawing/2014/main" id="{8DD04530-B41D-4760-A1BF-756D1056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290638"/>
            <a:ext cx="1619250" cy="2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Solo founder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1" name="Google Shape;1131;p44">
            <a:extLst xmlns:a="http://schemas.openxmlformats.org/drawingml/2006/main">
              <a:ext uri="{FF2B5EF4-FFF2-40B4-BE49-F238E27FC236}">
                <a16:creationId xmlns:a16="http://schemas.microsoft.com/office/drawing/2014/main" id="{3946B43C-F8D7-4213-B8C4-AFBC8CDF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6" y="1562100"/>
            <a:ext cx="1995600" cy="2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>SNAKE integration planned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2" name="Google Shape;1132;p44">
            <a:extLst xmlns:a="http://schemas.openxmlformats.org/drawingml/2006/main">
              <a:ext uri="{FF2B5EF4-FFF2-40B4-BE49-F238E27FC236}">
                <a16:creationId xmlns:a16="http://schemas.microsoft.com/office/drawing/2014/main" id="{87DF063D-8937-4D7E-AC32-60BCDA89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7" y="1833563"/>
            <a:ext cx="1386000" cy="2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BCB3FF"/>
              </a:buClr>
              <a:buSzPts val="1300"/>
              <a:buFont typeface="Archivo SemiBold"/>
              <a:buNone/>
            </a:pPr>
            <a:r>
              <a:rPr sz="1300" b="0" i="0" u="none" strike="noStrike" cap="none">
                <a:solidFill>
                  <a:srgbClr val="BCB3FF"/>
                </a:solidFill>
                <a:latin typeface="Archivo SemiBold"/>
                <a:ea typeface="Archivo SemiBold"/>
                <a:cs typeface="Archivo SemiBold"/>
              </a:rPr>
              <a:t/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34" name="Google Shape;1134;p44">
            <a:extLst xmlns:a="http://schemas.openxmlformats.org/drawingml/2006/main">
              <a:ext uri="{FF2B5EF4-FFF2-40B4-BE49-F238E27FC236}">
                <a16:creationId xmlns:a16="http://schemas.microsoft.com/office/drawing/2014/main" id="{CE3849EF-F6BE-41A6-97B0-10840CE3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0975"/>
            <a:ext cx="86487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5" name="Google Shape;1135;p44">
            <a:extLst xmlns:a="http://schemas.openxmlformats.org/drawingml/2006/main">
              <a:ext uri="{FF2B5EF4-FFF2-40B4-BE49-F238E27FC236}">
                <a16:creationId xmlns:a16="http://schemas.microsoft.com/office/drawing/2014/main" id="{1A94D341-158A-46E0-9B5D-60D8263DC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565080051e46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2354" y="92636"/>
            <a:ext cx="297005" cy="27272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36" name="Google Shape;1136;p44">
            <a:extLst xmlns:a="http://schemas.openxmlformats.org/drawingml/2006/main">
              <a:ext uri="{FF2B5EF4-FFF2-40B4-BE49-F238E27FC236}">
                <a16:creationId xmlns:a16="http://schemas.microsoft.com/office/drawing/2014/main" id="{AA9C540F-221C-478C-BEE5-62FDE7BCBD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74e00fa45846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7650" y="416421"/>
            <a:ext cx="39235" cy="4036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37" name="Google Shape;1137;p44">
            <a:extLst xmlns:a="http://schemas.openxmlformats.org/drawingml/2006/main">
              <a:ext uri="{FF2B5EF4-FFF2-40B4-BE49-F238E27FC236}">
                <a16:creationId xmlns:a16="http://schemas.microsoft.com/office/drawing/2014/main" id="{6DC24012-0214-4BC5-A98E-77FD485402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28d391d8044e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2708" y="417370"/>
            <a:ext cx="38937" cy="394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38" name="Google Shape;1138;p44">
            <a:extLst xmlns:a="http://schemas.openxmlformats.org/drawingml/2006/main">
              <a:ext uri="{FF2B5EF4-FFF2-40B4-BE49-F238E27FC236}">
                <a16:creationId xmlns:a16="http://schemas.microsoft.com/office/drawing/2014/main" id="{9FC9B7CF-E96D-462F-8E04-184377605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640ce9a97146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9561" y="416496"/>
            <a:ext cx="41067" cy="5283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39" name="Google Shape;1139;p44">
            <a:extLst xmlns:a="http://schemas.openxmlformats.org/drawingml/2006/main">
              <a:ext uri="{FF2B5EF4-FFF2-40B4-BE49-F238E27FC236}">
                <a16:creationId xmlns:a16="http://schemas.microsoft.com/office/drawing/2014/main" id="{41D54A55-CB94-4472-B87A-472D22558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7194c06af64b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5623" y="416496"/>
            <a:ext cx="42388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40" name="Google Shape;1140;p44">
            <a:extLst xmlns:a="http://schemas.openxmlformats.org/drawingml/2006/main">
              <a:ext uri="{FF2B5EF4-FFF2-40B4-BE49-F238E27FC236}">
                <a16:creationId xmlns:a16="http://schemas.microsoft.com/office/drawing/2014/main" id="{0C7E01B2-3F2D-435C-83DF-F45D09FE3F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4341bf483745b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4634" y="416412"/>
            <a:ext cx="24687" cy="395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41" name="Google Shape;1141;p44">
            <a:extLst xmlns:a="http://schemas.openxmlformats.org/drawingml/2006/main">
              <a:ext uri="{FF2B5EF4-FFF2-40B4-BE49-F238E27FC236}">
                <a16:creationId xmlns:a16="http://schemas.microsoft.com/office/drawing/2014/main" id="{C636EE56-6B53-47A7-886A-572F66FD7C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b83dca5c9a145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2484" y="406161"/>
            <a:ext cx="25422" cy="506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42" name="Google Shape;1142;p44">
            <a:extLst xmlns:a="http://schemas.openxmlformats.org/drawingml/2006/main">
              <a:ext uri="{FF2B5EF4-FFF2-40B4-BE49-F238E27FC236}">
                <a16:creationId xmlns:a16="http://schemas.microsoft.com/office/drawing/2014/main" id="{DEC08402-A149-47E0-81A5-12346BAB0E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c68431a2634c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1719" y="416496"/>
            <a:ext cx="42388" cy="403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43" name="Google Shape;1143;p44">
            <a:extLst xmlns:a="http://schemas.openxmlformats.org/drawingml/2006/main">
              <a:ext uri="{FF2B5EF4-FFF2-40B4-BE49-F238E27FC236}">
                <a16:creationId xmlns:a16="http://schemas.microsoft.com/office/drawing/2014/main" id="{945ACFB8-2EA4-4527-9E33-E3FE26C556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30b665f93a43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8888" y="416496"/>
            <a:ext cx="45263" cy="40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44" name="Google Shape;1144;p44">
            <a:extLst xmlns:a="http://schemas.openxmlformats.org/drawingml/2006/main">
              <a:ext uri="{FF2B5EF4-FFF2-40B4-BE49-F238E27FC236}">
                <a16:creationId xmlns:a16="http://schemas.microsoft.com/office/drawing/2014/main" id="{EB4F7F8F-AA54-4A7C-8CD4-094DF40E02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42c023aff745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8244" y="416486"/>
            <a:ext cx="64219" cy="394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45" name="Google Shape;1145;p44">
            <a:extLst xmlns:a="http://schemas.openxmlformats.org/drawingml/2006/main">
              <a:ext uri="{FF2B5EF4-FFF2-40B4-BE49-F238E27FC236}">
                <a16:creationId xmlns:a16="http://schemas.microsoft.com/office/drawing/2014/main" id="{993B87F4-51AF-483C-A44B-A0567D8B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7" y="209550"/>
            <a:ext cx="18477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44">
            <a:extLst xmlns:a="http://schemas.openxmlformats.org/drawingml/2006/main">
              <a:ext uri="{FF2B5EF4-FFF2-40B4-BE49-F238E27FC236}">
                <a16:creationId xmlns:a16="http://schemas.microsoft.com/office/drawing/2014/main" id="{F1F1DB11-8F72-4BF2-9244-4FA5F5A7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7" y="209550"/>
            <a:ext cx="1847700" cy="14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4275" tIns="34275" rIns="34275" bIns="342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44">
            <a:extLst xmlns:a="http://schemas.openxmlformats.org/drawingml/2006/main">
              <a:ext uri="{FF2B5EF4-FFF2-40B4-BE49-F238E27FC236}">
                <a16:creationId xmlns:a16="http://schemas.microsoft.com/office/drawing/2014/main" id="{82DF027E-08AF-467D-B33C-DA21CB5B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"/>
            <a:ext cx="2714625" cy="18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chivo SemiBold"/>
              <a:buNone/>
            </a:pPr>
            <a:r>
              <a:rPr sz="1000" b="0" i="0" u="none" strike="noStrike" cap="none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</a:rPr>
              <a:t>Template: Superteam / Spacekayak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8" name="">
            <a:extLst xmlns:a="http://schemas.openxmlformats.org/drawingml/2006/main">
              <a:ext uri="{FF2B5EF4-FFF2-40B4-BE49-F238E27FC236}">
                <a16:creationId xmlns:a16="http://schemas.microsoft.com/office/drawing/2014/main" id="{DDF0A321-F977-49F2-8284-2631FB69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21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Try the live prototype</a:t>
            </a:r>
          </a:p>
        </p:txBody>
      </p:sp>
    </p:spTree>
    <p:extLst>
      <p:ext uri="{BB962C8B-B14F-4D97-AF65-F5344CB8AC3E}">
        <p14:creationId xmlns:p14="http://schemas.microsoft.com/office/powerpoint/2010/main" val="193038481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2026-10-11T00:47:15.0580000Z</dcterms:created>
  <dcterms:modified xsi:type="dcterms:W3CDTF">2026-10-11T00:47:15.0580000Z</dcterms:modified>
</coreProperties>
</file>